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147481731" r:id="rId3"/>
    <p:sldId id="2147481733" r:id="rId4"/>
    <p:sldId id="2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B2B2F"/>
    <a:srgbClr val="99CCFF"/>
    <a:srgbClr val="E22410"/>
    <a:srgbClr val="00FF99"/>
    <a:srgbClr val="FFDD00"/>
    <a:srgbClr val="5E5652"/>
    <a:srgbClr val="7B726D"/>
    <a:srgbClr val="BDAFA3"/>
    <a:srgbClr val="D8C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3"/>
  </p:normalViewPr>
  <p:slideViewPr>
    <p:cSldViewPr snapToGrid="0" showGuides="1">
      <p:cViewPr varScale="1">
        <p:scale>
          <a:sx n="68" d="100"/>
          <a:sy n="68" d="100"/>
        </p:scale>
        <p:origin x="548" y="68"/>
      </p:cViewPr>
      <p:guideLst/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3377B-A2BC-4A45-833E-514D12B29E8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62B7B-F2E3-734C-ACD6-CECD01338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43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D89D5C0B-F366-F34E-5B8C-9B9172CED6A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608826E-B5D8-4E31-8FEC-157D4BB746FB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7FE07E07-A622-7B62-8BBD-8398E17E552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0312A1CC-9B30-BA25-2F69-59C7334EF9C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15E8AE5-0D95-F532-9749-E22DF923B7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1065" r="32976"/>
          <a:stretch>
            <a:fillRect/>
          </a:stretch>
        </p:blipFill>
        <p:spPr>
          <a:xfrm>
            <a:off x="5731057" y="0"/>
            <a:ext cx="6460944" cy="477139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2B978F7-2611-ACAD-8E85-F7287C1B01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9554" y="706466"/>
            <a:ext cx="2422170" cy="3875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CA078-6F21-5408-FDB4-8418BBD5E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432" y="1122363"/>
            <a:ext cx="6876256" cy="2387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7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404B4-394C-61B2-D4DA-A84E731E7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432" y="3602038"/>
            <a:ext cx="6876256" cy="133913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62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19F59E1-A518-F207-A101-BDD4937C6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CA078-6F21-5408-FDB4-8418BBD5EE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2348880"/>
            <a:ext cx="5472113" cy="2241303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Section Section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404B4-394C-61B2-D4DA-A84E731E7A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4682258"/>
            <a:ext cx="5472113" cy="133913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Section subtitle style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199DAEE-718F-A532-7A75-9341B42DC8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9476" y="1052736"/>
            <a:ext cx="3239914" cy="619048"/>
          </a:xfrm>
        </p:spPr>
        <p:txBody>
          <a:bodyPr lIns="0"/>
          <a:lstStyle>
            <a:lvl1pPr marL="0" indent="0">
              <a:buNone/>
              <a:defRPr lang="en-US" sz="2000" kern="1200" dirty="0">
                <a:solidFill>
                  <a:schemeClr val="bg1"/>
                </a:solidFill>
                <a:latin typeface="DM Mono" panose="020B0509040201040103" pitchFamily="49" charset="77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Section #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3F8905E-6E4C-8146-939A-110958401DCE}"/>
              </a:ext>
            </a:extLst>
          </p:cNvPr>
          <p:cNvCxnSpPr>
            <a:cxnSpLocks/>
          </p:cNvCxnSpPr>
          <p:nvPr userDrawn="1"/>
        </p:nvCxnSpPr>
        <p:spPr>
          <a:xfrm>
            <a:off x="1379476" y="1959816"/>
            <a:ext cx="943304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69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8067" y="653461"/>
            <a:ext cx="4834517" cy="2669580"/>
          </a:xfrm>
        </p:spPr>
        <p:txBody>
          <a:bodyPr lIns="0" tIns="0" rIns="0" bIns="0" anchor="b">
            <a:noAutofit/>
          </a:bodyPr>
          <a:lstStyle>
            <a:lvl1pPr>
              <a:defRPr sz="3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36792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18067" y="3429001"/>
            <a:ext cx="4834517" cy="259238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887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-light brown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7AF1-7BFE-0F32-9744-457F67E6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 lang="en-US" sz="3800" kern="1200" dirty="0">
                <a:solidFill>
                  <a:schemeClr val="accent1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3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-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7AF1-7BFE-0F32-9744-457F67E6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>
            <a:lvl1pPr>
              <a:defRPr lang="en-US" sz="3800" kern="1200" dirty="0">
                <a:solidFill>
                  <a:schemeClr val="accent1"/>
                </a:solidFill>
                <a:latin typeface="Arial" panose="020B0604020202020204" pitchFamily="34" charset="0"/>
                <a:ea typeface="Bricolage Grotesque" pitchFamily="34" charset="-122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17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89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76A51A2-B662-1CDA-4C45-55589FE2CD00}"/>
              </a:ext>
            </a:extLst>
          </p:cNvPr>
          <p:cNvGrpSpPr/>
          <p:nvPr userDrawn="1"/>
        </p:nvGrpSpPr>
        <p:grpSpPr>
          <a:xfrm>
            <a:off x="2803157" y="5834803"/>
            <a:ext cx="9388843" cy="1023197"/>
            <a:chOff x="1954201" y="803006"/>
            <a:chExt cx="9388843" cy="1023197"/>
          </a:xfrm>
          <a:solidFill>
            <a:schemeClr val="lt1">
              <a:alpha val="13000"/>
            </a:scheme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5A56C9A-6814-4DAC-A287-8A16585E68AB}"/>
                </a:ext>
              </a:extLst>
            </p:cNvPr>
            <p:cNvSpPr/>
            <p:nvPr userDrawn="1"/>
          </p:nvSpPr>
          <p:spPr>
            <a:xfrm>
              <a:off x="1954201" y="803170"/>
              <a:ext cx="1318162" cy="1022868"/>
            </a:xfrm>
            <a:custGeom>
              <a:avLst/>
              <a:gdLst>
                <a:gd name="csX0" fmla="*/ 97361 w 248943"/>
                <a:gd name="csY0" fmla="*/ 0 h 193175"/>
                <a:gd name="csX1" fmla="*/ 151583 w 248943"/>
                <a:gd name="csY1" fmla="*/ 0 h 193175"/>
                <a:gd name="csX2" fmla="*/ 248943 w 248943"/>
                <a:gd name="csY2" fmla="*/ 193175 h 193175"/>
                <a:gd name="csX3" fmla="*/ 211869 w 248943"/>
                <a:gd name="csY3" fmla="*/ 193175 h 193175"/>
                <a:gd name="csX4" fmla="*/ 188910 w 248943"/>
                <a:gd name="csY4" fmla="*/ 147646 h 193175"/>
                <a:gd name="csX5" fmla="*/ 60033 w 248943"/>
                <a:gd name="csY5" fmla="*/ 147646 h 193175"/>
                <a:gd name="csX6" fmla="*/ 37075 w 248943"/>
                <a:gd name="csY6" fmla="*/ 193175 h 193175"/>
                <a:gd name="csX7" fmla="*/ 0 w 248943"/>
                <a:gd name="csY7" fmla="*/ 193175 h 193175"/>
                <a:gd name="csX8" fmla="*/ 97361 w 248943"/>
                <a:gd name="csY8" fmla="*/ 0 h 193175"/>
                <a:gd name="csX9" fmla="*/ 175110 w 248943"/>
                <a:gd name="csY9" fmla="*/ 120045 h 193175"/>
                <a:gd name="csX10" fmla="*/ 128372 w 248943"/>
                <a:gd name="csY10" fmla="*/ 27601 h 193175"/>
                <a:gd name="csX11" fmla="*/ 120635 w 248943"/>
                <a:gd name="csY11" fmla="*/ 27601 h 193175"/>
                <a:gd name="csX12" fmla="*/ 73897 w 248943"/>
                <a:gd name="csY12" fmla="*/ 120045 h 193175"/>
                <a:gd name="csX13" fmla="*/ 175142 w 248943"/>
                <a:gd name="csY13" fmla="*/ 120045 h 193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48943" h="193175">
                  <a:moveTo>
                    <a:pt x="97361" y="0"/>
                  </a:moveTo>
                  <a:lnTo>
                    <a:pt x="151583" y="0"/>
                  </a:lnTo>
                  <a:lnTo>
                    <a:pt x="248943" y="193175"/>
                  </a:lnTo>
                  <a:lnTo>
                    <a:pt x="211869" y="193175"/>
                  </a:lnTo>
                  <a:lnTo>
                    <a:pt x="188910" y="147646"/>
                  </a:lnTo>
                  <a:lnTo>
                    <a:pt x="60033" y="147646"/>
                  </a:lnTo>
                  <a:lnTo>
                    <a:pt x="37075" y="193175"/>
                  </a:lnTo>
                  <a:lnTo>
                    <a:pt x="0" y="193175"/>
                  </a:lnTo>
                  <a:lnTo>
                    <a:pt x="97361" y="0"/>
                  </a:lnTo>
                  <a:close/>
                  <a:moveTo>
                    <a:pt x="175110" y="120045"/>
                  </a:moveTo>
                  <a:lnTo>
                    <a:pt x="128372" y="27601"/>
                  </a:lnTo>
                  <a:lnTo>
                    <a:pt x="120635" y="27601"/>
                  </a:lnTo>
                  <a:lnTo>
                    <a:pt x="73897" y="120045"/>
                  </a:lnTo>
                  <a:lnTo>
                    <a:pt x="175142" y="120045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406109C-CF9E-027B-3024-E8400DB0CBF9}"/>
                </a:ext>
              </a:extLst>
            </p:cNvPr>
            <p:cNvSpPr/>
            <p:nvPr userDrawn="1"/>
          </p:nvSpPr>
          <p:spPr>
            <a:xfrm>
              <a:off x="3433396" y="803170"/>
              <a:ext cx="1171346" cy="1022868"/>
            </a:xfrm>
            <a:custGeom>
              <a:avLst/>
              <a:gdLst>
                <a:gd name="csX0" fmla="*/ 33190 w 221216"/>
                <a:gd name="csY0" fmla="*/ 115918 h 193175"/>
                <a:gd name="csX1" fmla="*/ 33190 w 221216"/>
                <a:gd name="csY1" fmla="*/ 193175 h 193175"/>
                <a:gd name="csX2" fmla="*/ 0 w 221216"/>
                <a:gd name="csY2" fmla="*/ 193175 h 193175"/>
                <a:gd name="csX3" fmla="*/ 0 w 221216"/>
                <a:gd name="csY3" fmla="*/ 0 h 193175"/>
                <a:gd name="csX4" fmla="*/ 157646 w 221216"/>
                <a:gd name="csY4" fmla="*/ 0 h 193175"/>
                <a:gd name="csX5" fmla="*/ 180321 w 221216"/>
                <a:gd name="csY5" fmla="*/ 4569 h 193175"/>
                <a:gd name="csX6" fmla="*/ 198700 w 221216"/>
                <a:gd name="csY6" fmla="*/ 16983 h 193175"/>
                <a:gd name="csX7" fmla="*/ 211143 w 221216"/>
                <a:gd name="csY7" fmla="*/ 35320 h 193175"/>
                <a:gd name="csX8" fmla="*/ 215690 w 221216"/>
                <a:gd name="csY8" fmla="*/ 57943 h 193175"/>
                <a:gd name="csX9" fmla="*/ 211679 w 221216"/>
                <a:gd name="csY9" fmla="*/ 79054 h 193175"/>
                <a:gd name="csX10" fmla="*/ 200753 w 221216"/>
                <a:gd name="csY10" fmla="*/ 96855 h 193175"/>
                <a:gd name="csX11" fmla="*/ 184300 w 221216"/>
                <a:gd name="csY11" fmla="*/ 109553 h 193175"/>
                <a:gd name="csX12" fmla="*/ 163962 w 221216"/>
                <a:gd name="csY12" fmla="*/ 115634 h 193175"/>
                <a:gd name="csX13" fmla="*/ 221217 w 221216"/>
                <a:gd name="csY13" fmla="*/ 193175 h 193175"/>
                <a:gd name="csX14" fmla="*/ 180289 w 221216"/>
                <a:gd name="csY14" fmla="*/ 193175 h 193175"/>
                <a:gd name="csX15" fmla="*/ 128277 w 221216"/>
                <a:gd name="csY15" fmla="*/ 122534 h 193175"/>
                <a:gd name="csX16" fmla="*/ 115014 w 221216"/>
                <a:gd name="csY16" fmla="*/ 115918 h 193175"/>
                <a:gd name="csX17" fmla="*/ 33127 w 221216"/>
                <a:gd name="csY17" fmla="*/ 115918 h 193175"/>
                <a:gd name="csX18" fmla="*/ 152404 w 221216"/>
                <a:gd name="csY18" fmla="*/ 88317 h 193175"/>
                <a:gd name="csX19" fmla="*/ 164152 w 221216"/>
                <a:gd name="csY19" fmla="*/ 85985 h 193175"/>
                <a:gd name="csX20" fmla="*/ 173689 w 221216"/>
                <a:gd name="csY20" fmla="*/ 79495 h 193175"/>
                <a:gd name="csX21" fmla="*/ 180194 w 221216"/>
                <a:gd name="csY21" fmla="*/ 69822 h 193175"/>
                <a:gd name="csX22" fmla="*/ 182531 w 221216"/>
                <a:gd name="csY22" fmla="*/ 57943 h 193175"/>
                <a:gd name="csX23" fmla="*/ 180194 w 221216"/>
                <a:gd name="csY23" fmla="*/ 46065 h 193175"/>
                <a:gd name="csX24" fmla="*/ 173689 w 221216"/>
                <a:gd name="csY24" fmla="*/ 36392 h 193175"/>
                <a:gd name="csX25" fmla="*/ 164152 w 221216"/>
                <a:gd name="csY25" fmla="*/ 29901 h 193175"/>
                <a:gd name="csX26" fmla="*/ 152404 w 221216"/>
                <a:gd name="csY26" fmla="*/ 27569 h 193175"/>
                <a:gd name="csX27" fmla="*/ 33190 w 221216"/>
                <a:gd name="csY27" fmla="*/ 27569 h 193175"/>
                <a:gd name="csX28" fmla="*/ 33190 w 221216"/>
                <a:gd name="csY28" fmla="*/ 88285 h 193175"/>
                <a:gd name="csX29" fmla="*/ 152404 w 221216"/>
                <a:gd name="csY29" fmla="*/ 88285 h 193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21216" h="193175">
                  <a:moveTo>
                    <a:pt x="33190" y="115918"/>
                  </a:moveTo>
                  <a:lnTo>
                    <a:pt x="33190" y="193175"/>
                  </a:lnTo>
                  <a:lnTo>
                    <a:pt x="0" y="193175"/>
                  </a:lnTo>
                  <a:lnTo>
                    <a:pt x="0" y="0"/>
                  </a:lnTo>
                  <a:lnTo>
                    <a:pt x="157646" y="0"/>
                  </a:lnTo>
                  <a:cubicBezTo>
                    <a:pt x="165762" y="0"/>
                    <a:pt x="173310" y="1512"/>
                    <a:pt x="180321" y="4569"/>
                  </a:cubicBezTo>
                  <a:cubicBezTo>
                    <a:pt x="187331" y="7593"/>
                    <a:pt x="193458" y="11752"/>
                    <a:pt x="198700" y="16983"/>
                  </a:cubicBezTo>
                  <a:cubicBezTo>
                    <a:pt x="203942" y="22213"/>
                    <a:pt x="208111" y="28357"/>
                    <a:pt x="211143" y="35320"/>
                  </a:cubicBezTo>
                  <a:cubicBezTo>
                    <a:pt x="214174" y="42315"/>
                    <a:pt x="215690" y="49846"/>
                    <a:pt x="215690" y="57943"/>
                  </a:cubicBezTo>
                  <a:cubicBezTo>
                    <a:pt x="215690" y="65316"/>
                    <a:pt x="214364" y="72342"/>
                    <a:pt x="211679" y="79054"/>
                  </a:cubicBezTo>
                  <a:cubicBezTo>
                    <a:pt x="208995" y="85765"/>
                    <a:pt x="205363" y="91720"/>
                    <a:pt x="200753" y="96855"/>
                  </a:cubicBezTo>
                  <a:cubicBezTo>
                    <a:pt x="196142" y="102023"/>
                    <a:pt x="190647" y="106245"/>
                    <a:pt x="184300" y="109553"/>
                  </a:cubicBezTo>
                  <a:cubicBezTo>
                    <a:pt x="177952" y="112862"/>
                    <a:pt x="171163" y="114878"/>
                    <a:pt x="163962" y="115634"/>
                  </a:cubicBezTo>
                  <a:lnTo>
                    <a:pt x="221217" y="193175"/>
                  </a:lnTo>
                  <a:lnTo>
                    <a:pt x="180289" y="193175"/>
                  </a:lnTo>
                  <a:lnTo>
                    <a:pt x="128277" y="122534"/>
                  </a:lnTo>
                  <a:cubicBezTo>
                    <a:pt x="124961" y="118123"/>
                    <a:pt x="120540" y="115918"/>
                    <a:pt x="115014" y="115918"/>
                  </a:cubicBezTo>
                  <a:lnTo>
                    <a:pt x="33127" y="115918"/>
                  </a:lnTo>
                  <a:close/>
                  <a:moveTo>
                    <a:pt x="152404" y="88317"/>
                  </a:moveTo>
                  <a:cubicBezTo>
                    <a:pt x="156636" y="88317"/>
                    <a:pt x="160552" y="87529"/>
                    <a:pt x="164152" y="85985"/>
                  </a:cubicBezTo>
                  <a:cubicBezTo>
                    <a:pt x="167752" y="84410"/>
                    <a:pt x="170941" y="82267"/>
                    <a:pt x="173689" y="79495"/>
                  </a:cubicBezTo>
                  <a:cubicBezTo>
                    <a:pt x="176468" y="76722"/>
                    <a:pt x="178615" y="73508"/>
                    <a:pt x="180194" y="69822"/>
                  </a:cubicBezTo>
                  <a:cubicBezTo>
                    <a:pt x="181773" y="66135"/>
                    <a:pt x="182531" y="62197"/>
                    <a:pt x="182531" y="57943"/>
                  </a:cubicBezTo>
                  <a:cubicBezTo>
                    <a:pt x="182531" y="53690"/>
                    <a:pt x="181742" y="49751"/>
                    <a:pt x="180194" y="46065"/>
                  </a:cubicBezTo>
                  <a:cubicBezTo>
                    <a:pt x="178615" y="42378"/>
                    <a:pt x="176468" y="39164"/>
                    <a:pt x="173689" y="36392"/>
                  </a:cubicBezTo>
                  <a:cubicBezTo>
                    <a:pt x="170910" y="33619"/>
                    <a:pt x="167752" y="31476"/>
                    <a:pt x="164152" y="29901"/>
                  </a:cubicBezTo>
                  <a:cubicBezTo>
                    <a:pt x="160552" y="28326"/>
                    <a:pt x="156636" y="27569"/>
                    <a:pt x="152404" y="27569"/>
                  </a:cubicBezTo>
                  <a:lnTo>
                    <a:pt x="33190" y="27569"/>
                  </a:lnTo>
                  <a:lnTo>
                    <a:pt x="33190" y="88285"/>
                  </a:lnTo>
                  <a:lnTo>
                    <a:pt x="152404" y="88285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21E7658-303A-79A2-11B9-481ED427E783}"/>
                </a:ext>
              </a:extLst>
            </p:cNvPr>
            <p:cNvSpPr/>
            <p:nvPr userDrawn="1"/>
          </p:nvSpPr>
          <p:spPr>
            <a:xfrm>
              <a:off x="4707582" y="803170"/>
              <a:ext cx="1025198" cy="1022868"/>
            </a:xfrm>
            <a:custGeom>
              <a:avLst/>
              <a:gdLst>
                <a:gd name="csX0" fmla="*/ 80213 w 193615"/>
                <a:gd name="csY0" fmla="*/ 27601 h 193175"/>
                <a:gd name="csX1" fmla="*/ 0 w 193615"/>
                <a:gd name="csY1" fmla="*/ 27601 h 193175"/>
                <a:gd name="csX2" fmla="*/ 0 w 193615"/>
                <a:gd name="csY2" fmla="*/ 0 h 193175"/>
                <a:gd name="csX3" fmla="*/ 193616 w 193615"/>
                <a:gd name="csY3" fmla="*/ 0 h 193175"/>
                <a:gd name="csX4" fmla="*/ 193616 w 193615"/>
                <a:gd name="csY4" fmla="*/ 27601 h 193175"/>
                <a:gd name="csX5" fmla="*/ 113403 w 193615"/>
                <a:gd name="csY5" fmla="*/ 27601 h 193175"/>
                <a:gd name="csX6" fmla="*/ 113403 w 193615"/>
                <a:gd name="csY6" fmla="*/ 193175 h 193175"/>
                <a:gd name="csX7" fmla="*/ 80213 w 193615"/>
                <a:gd name="csY7" fmla="*/ 193175 h 193175"/>
                <a:gd name="csX8" fmla="*/ 80213 w 193615"/>
                <a:gd name="csY8" fmla="*/ 27601 h 193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615" h="193175">
                  <a:moveTo>
                    <a:pt x="80213" y="27601"/>
                  </a:moveTo>
                  <a:lnTo>
                    <a:pt x="0" y="27601"/>
                  </a:lnTo>
                  <a:lnTo>
                    <a:pt x="0" y="0"/>
                  </a:lnTo>
                  <a:lnTo>
                    <a:pt x="193616" y="0"/>
                  </a:lnTo>
                  <a:lnTo>
                    <a:pt x="193616" y="27601"/>
                  </a:lnTo>
                  <a:lnTo>
                    <a:pt x="113403" y="27601"/>
                  </a:lnTo>
                  <a:lnTo>
                    <a:pt x="113403" y="193175"/>
                  </a:lnTo>
                  <a:lnTo>
                    <a:pt x="80213" y="193175"/>
                  </a:lnTo>
                  <a:lnTo>
                    <a:pt x="80213" y="27601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C20588F-D6FE-5A9A-48D6-1D273E151A55}"/>
                </a:ext>
              </a:extLst>
            </p:cNvPr>
            <p:cNvSpPr/>
            <p:nvPr userDrawn="1"/>
          </p:nvSpPr>
          <p:spPr>
            <a:xfrm>
              <a:off x="5908528" y="803170"/>
              <a:ext cx="175742" cy="1022868"/>
            </a:xfrm>
            <a:custGeom>
              <a:avLst/>
              <a:gdLst>
                <a:gd name="csX0" fmla="*/ 0 w 33190"/>
                <a:gd name="csY0" fmla="*/ 0 h 193175"/>
                <a:gd name="csX1" fmla="*/ 33190 w 33190"/>
                <a:gd name="csY1" fmla="*/ 0 h 193175"/>
                <a:gd name="csX2" fmla="*/ 33190 w 33190"/>
                <a:gd name="csY2" fmla="*/ 193175 h 193175"/>
                <a:gd name="csX3" fmla="*/ 0 w 33190"/>
                <a:gd name="csY3" fmla="*/ 193175 h 193175"/>
                <a:gd name="csX4" fmla="*/ 0 w 33190"/>
                <a:gd name="csY4" fmla="*/ 0 h 193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90" h="193175">
                  <a:moveTo>
                    <a:pt x="0" y="0"/>
                  </a:moveTo>
                  <a:lnTo>
                    <a:pt x="33190" y="0"/>
                  </a:lnTo>
                  <a:lnTo>
                    <a:pt x="33190" y="193175"/>
                  </a:lnTo>
                  <a:lnTo>
                    <a:pt x="0" y="1931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CFF92C5-F624-AB7F-2A4B-4D2BE9F807BB}"/>
                </a:ext>
              </a:extLst>
            </p:cNvPr>
            <p:cNvSpPr/>
            <p:nvPr userDrawn="1"/>
          </p:nvSpPr>
          <p:spPr>
            <a:xfrm>
              <a:off x="7725662" y="803170"/>
              <a:ext cx="1025198" cy="1023033"/>
            </a:xfrm>
            <a:custGeom>
              <a:avLst/>
              <a:gdLst>
                <a:gd name="csX0" fmla="*/ 0 w 193615"/>
                <a:gd name="csY0" fmla="*/ 0 h 193206"/>
                <a:gd name="csX1" fmla="*/ 193616 w 193615"/>
                <a:gd name="csY1" fmla="*/ 0 h 193206"/>
                <a:gd name="csX2" fmla="*/ 193616 w 193615"/>
                <a:gd name="csY2" fmla="*/ 27601 h 193206"/>
                <a:gd name="csX3" fmla="*/ 33190 w 193615"/>
                <a:gd name="csY3" fmla="*/ 27601 h 193206"/>
                <a:gd name="csX4" fmla="*/ 33190 w 193615"/>
                <a:gd name="csY4" fmla="*/ 82803 h 193206"/>
                <a:gd name="csX5" fmla="*/ 179784 w 193615"/>
                <a:gd name="csY5" fmla="*/ 82803 h 193206"/>
                <a:gd name="csX6" fmla="*/ 179784 w 193615"/>
                <a:gd name="csY6" fmla="*/ 110404 h 193206"/>
                <a:gd name="csX7" fmla="*/ 33190 w 193615"/>
                <a:gd name="csY7" fmla="*/ 110404 h 193206"/>
                <a:gd name="csX8" fmla="*/ 33190 w 193615"/>
                <a:gd name="csY8" fmla="*/ 165606 h 193206"/>
                <a:gd name="csX9" fmla="*/ 193616 w 193615"/>
                <a:gd name="csY9" fmla="*/ 165606 h 193206"/>
                <a:gd name="csX10" fmla="*/ 193616 w 193615"/>
                <a:gd name="csY10" fmla="*/ 193207 h 193206"/>
                <a:gd name="csX11" fmla="*/ 0 w 193615"/>
                <a:gd name="csY11" fmla="*/ 193207 h 193206"/>
                <a:gd name="csX12" fmla="*/ 0 w 193615"/>
                <a:gd name="csY12" fmla="*/ 0 h 1932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3615" h="193206">
                  <a:moveTo>
                    <a:pt x="0" y="0"/>
                  </a:moveTo>
                  <a:lnTo>
                    <a:pt x="193616" y="0"/>
                  </a:lnTo>
                  <a:lnTo>
                    <a:pt x="193616" y="27601"/>
                  </a:lnTo>
                  <a:lnTo>
                    <a:pt x="33190" y="27601"/>
                  </a:lnTo>
                  <a:lnTo>
                    <a:pt x="33190" y="82803"/>
                  </a:lnTo>
                  <a:lnTo>
                    <a:pt x="179784" y="82803"/>
                  </a:lnTo>
                  <a:lnTo>
                    <a:pt x="179784" y="110404"/>
                  </a:lnTo>
                  <a:lnTo>
                    <a:pt x="33190" y="110404"/>
                  </a:lnTo>
                  <a:lnTo>
                    <a:pt x="33190" y="165606"/>
                  </a:lnTo>
                  <a:lnTo>
                    <a:pt x="193616" y="165606"/>
                  </a:lnTo>
                  <a:lnTo>
                    <a:pt x="193616" y="193207"/>
                  </a:lnTo>
                  <a:lnTo>
                    <a:pt x="0" y="1932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DFDD5B0-E844-F4D7-8E0B-5579DE13C509}"/>
                </a:ext>
              </a:extLst>
            </p:cNvPr>
            <p:cNvSpPr/>
            <p:nvPr userDrawn="1"/>
          </p:nvSpPr>
          <p:spPr>
            <a:xfrm>
              <a:off x="8970588" y="803170"/>
              <a:ext cx="1171680" cy="1022868"/>
            </a:xfrm>
            <a:custGeom>
              <a:avLst/>
              <a:gdLst>
                <a:gd name="csX0" fmla="*/ 0 w 221279"/>
                <a:gd name="csY0" fmla="*/ 0 h 193175"/>
                <a:gd name="csX1" fmla="*/ 40391 w 221279"/>
                <a:gd name="csY1" fmla="*/ 0 h 193175"/>
                <a:gd name="csX2" fmla="*/ 188089 w 221279"/>
                <a:gd name="csY2" fmla="*/ 160060 h 193175"/>
                <a:gd name="csX3" fmla="*/ 188089 w 221279"/>
                <a:gd name="csY3" fmla="*/ 0 h 193175"/>
                <a:gd name="csX4" fmla="*/ 221280 w 221279"/>
                <a:gd name="csY4" fmla="*/ 0 h 193175"/>
                <a:gd name="csX5" fmla="*/ 221280 w 221279"/>
                <a:gd name="csY5" fmla="*/ 193175 h 193175"/>
                <a:gd name="csX6" fmla="*/ 180889 w 221279"/>
                <a:gd name="csY6" fmla="*/ 193175 h 193175"/>
                <a:gd name="csX7" fmla="*/ 33190 w 221279"/>
                <a:gd name="csY7" fmla="*/ 33115 h 193175"/>
                <a:gd name="csX8" fmla="*/ 33190 w 221279"/>
                <a:gd name="csY8" fmla="*/ 193175 h 193175"/>
                <a:gd name="csX9" fmla="*/ 0 w 221279"/>
                <a:gd name="csY9" fmla="*/ 193175 h 193175"/>
                <a:gd name="csX10" fmla="*/ 0 w 221279"/>
                <a:gd name="csY10" fmla="*/ 0 h 193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21279" h="193175">
                  <a:moveTo>
                    <a:pt x="0" y="0"/>
                  </a:moveTo>
                  <a:lnTo>
                    <a:pt x="40391" y="0"/>
                  </a:lnTo>
                  <a:lnTo>
                    <a:pt x="188089" y="160060"/>
                  </a:lnTo>
                  <a:lnTo>
                    <a:pt x="188089" y="0"/>
                  </a:lnTo>
                  <a:lnTo>
                    <a:pt x="221280" y="0"/>
                  </a:lnTo>
                  <a:lnTo>
                    <a:pt x="221280" y="193175"/>
                  </a:lnTo>
                  <a:lnTo>
                    <a:pt x="180889" y="193175"/>
                  </a:lnTo>
                  <a:lnTo>
                    <a:pt x="33190" y="33115"/>
                  </a:lnTo>
                  <a:lnTo>
                    <a:pt x="33190" y="193175"/>
                  </a:lnTo>
                  <a:lnTo>
                    <a:pt x="0" y="1931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2068B2-8C88-C334-C13F-C3E8F4D496F5}"/>
                </a:ext>
              </a:extLst>
            </p:cNvPr>
            <p:cNvSpPr/>
            <p:nvPr userDrawn="1"/>
          </p:nvSpPr>
          <p:spPr>
            <a:xfrm>
              <a:off x="10317846" y="803170"/>
              <a:ext cx="1025198" cy="1022868"/>
            </a:xfrm>
            <a:custGeom>
              <a:avLst/>
              <a:gdLst>
                <a:gd name="csX0" fmla="*/ 80213 w 193615"/>
                <a:gd name="csY0" fmla="*/ 27601 h 193175"/>
                <a:gd name="csX1" fmla="*/ 0 w 193615"/>
                <a:gd name="csY1" fmla="*/ 27601 h 193175"/>
                <a:gd name="csX2" fmla="*/ 0 w 193615"/>
                <a:gd name="csY2" fmla="*/ 0 h 193175"/>
                <a:gd name="csX3" fmla="*/ 193616 w 193615"/>
                <a:gd name="csY3" fmla="*/ 0 h 193175"/>
                <a:gd name="csX4" fmla="*/ 193616 w 193615"/>
                <a:gd name="csY4" fmla="*/ 27601 h 193175"/>
                <a:gd name="csX5" fmla="*/ 113403 w 193615"/>
                <a:gd name="csY5" fmla="*/ 27601 h 193175"/>
                <a:gd name="csX6" fmla="*/ 113403 w 193615"/>
                <a:gd name="csY6" fmla="*/ 193175 h 193175"/>
                <a:gd name="csX7" fmla="*/ 80213 w 193615"/>
                <a:gd name="csY7" fmla="*/ 193175 h 193175"/>
                <a:gd name="csX8" fmla="*/ 80213 w 193615"/>
                <a:gd name="csY8" fmla="*/ 27601 h 193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615" h="193175">
                  <a:moveTo>
                    <a:pt x="80213" y="27601"/>
                  </a:moveTo>
                  <a:lnTo>
                    <a:pt x="0" y="27601"/>
                  </a:lnTo>
                  <a:lnTo>
                    <a:pt x="0" y="0"/>
                  </a:lnTo>
                  <a:lnTo>
                    <a:pt x="193616" y="0"/>
                  </a:lnTo>
                  <a:lnTo>
                    <a:pt x="193616" y="27601"/>
                  </a:lnTo>
                  <a:lnTo>
                    <a:pt x="113403" y="27601"/>
                  </a:lnTo>
                  <a:lnTo>
                    <a:pt x="113403" y="193175"/>
                  </a:lnTo>
                  <a:lnTo>
                    <a:pt x="80213" y="193175"/>
                  </a:lnTo>
                  <a:lnTo>
                    <a:pt x="80213" y="27601"/>
                  </a:lnTo>
                  <a:close/>
                </a:path>
              </a:pathLst>
            </a:custGeom>
            <a:grpFill/>
            <a:ln w="315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2694854-2AC2-63CD-C626-FCED6673D41D}"/>
                </a:ext>
              </a:extLst>
            </p:cNvPr>
            <p:cNvSpPr/>
            <p:nvPr userDrawn="1"/>
          </p:nvSpPr>
          <p:spPr>
            <a:xfrm>
              <a:off x="6408835" y="803006"/>
              <a:ext cx="1033899" cy="1023038"/>
            </a:xfrm>
            <a:custGeom>
              <a:avLst/>
              <a:gdLst>
                <a:gd name="csX0" fmla="*/ 25919 w 1033899"/>
                <a:gd name="csY0" fmla="*/ 0 h 1023038"/>
                <a:gd name="csX1" fmla="*/ 1012327 w 1033899"/>
                <a:gd name="csY1" fmla="*/ 0 h 1023038"/>
                <a:gd name="csX2" fmla="*/ 1012327 w 1033899"/>
                <a:gd name="csY2" fmla="*/ 163331 h 1023038"/>
                <a:gd name="csX3" fmla="*/ 232155 w 1033899"/>
                <a:gd name="csY3" fmla="*/ 876890 h 1023038"/>
                <a:gd name="csX4" fmla="*/ 222920 w 1033899"/>
                <a:gd name="csY4" fmla="*/ 876890 h 1023038"/>
                <a:gd name="csX5" fmla="*/ 222920 w 1033899"/>
                <a:gd name="csY5" fmla="*/ 885336 h 1023038"/>
                <a:gd name="csX6" fmla="*/ 232155 w 1033899"/>
                <a:gd name="csY6" fmla="*/ 876890 h 1023038"/>
                <a:gd name="csX7" fmla="*/ 1033899 w 1033899"/>
                <a:gd name="csY7" fmla="*/ 876890 h 1023038"/>
                <a:gd name="csX8" fmla="*/ 1033899 w 1033899"/>
                <a:gd name="csY8" fmla="*/ 1023038 h 1023038"/>
                <a:gd name="csX9" fmla="*/ 169 w 1033899"/>
                <a:gd name="csY9" fmla="*/ 1023038 h 1023038"/>
                <a:gd name="csX10" fmla="*/ 0 w 1033899"/>
                <a:gd name="csY10" fmla="*/ 1023038 h 1023038"/>
                <a:gd name="csX11" fmla="*/ 0 w 1033899"/>
                <a:gd name="csY11" fmla="*/ 859708 h 1023038"/>
                <a:gd name="csX12" fmla="*/ 781514 w 1033899"/>
                <a:gd name="csY12" fmla="*/ 146148 h 1023038"/>
                <a:gd name="csX13" fmla="*/ 783817 w 1033899"/>
                <a:gd name="csY13" fmla="*/ 146148 h 1023038"/>
                <a:gd name="csX14" fmla="*/ 783817 w 1033899"/>
                <a:gd name="csY14" fmla="*/ 144046 h 1023038"/>
                <a:gd name="csX15" fmla="*/ 781514 w 1033899"/>
                <a:gd name="csY15" fmla="*/ 146148 h 1023038"/>
                <a:gd name="csX16" fmla="*/ 25919 w 1033899"/>
                <a:gd name="csY16" fmla="*/ 146148 h 1023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33899" h="1023038">
                  <a:moveTo>
                    <a:pt x="25919" y="0"/>
                  </a:moveTo>
                  <a:lnTo>
                    <a:pt x="1012327" y="0"/>
                  </a:lnTo>
                  <a:lnTo>
                    <a:pt x="1012327" y="163331"/>
                  </a:lnTo>
                  <a:lnTo>
                    <a:pt x="232155" y="876890"/>
                  </a:lnTo>
                  <a:lnTo>
                    <a:pt x="222920" y="876890"/>
                  </a:lnTo>
                  <a:lnTo>
                    <a:pt x="222920" y="885336"/>
                  </a:lnTo>
                  <a:lnTo>
                    <a:pt x="232155" y="876890"/>
                  </a:lnTo>
                  <a:lnTo>
                    <a:pt x="1033899" y="876890"/>
                  </a:lnTo>
                  <a:lnTo>
                    <a:pt x="1033899" y="1023038"/>
                  </a:lnTo>
                  <a:lnTo>
                    <a:pt x="169" y="1023038"/>
                  </a:lnTo>
                  <a:lnTo>
                    <a:pt x="0" y="1023038"/>
                  </a:lnTo>
                  <a:lnTo>
                    <a:pt x="0" y="859708"/>
                  </a:lnTo>
                  <a:lnTo>
                    <a:pt x="781514" y="146148"/>
                  </a:lnTo>
                  <a:lnTo>
                    <a:pt x="783817" y="146148"/>
                  </a:lnTo>
                  <a:lnTo>
                    <a:pt x="783817" y="144046"/>
                  </a:lnTo>
                  <a:lnTo>
                    <a:pt x="781514" y="146148"/>
                  </a:lnTo>
                  <a:lnTo>
                    <a:pt x="25919" y="14614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7829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36972-4D62-4CDA-2C2C-1537FD6B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365125"/>
            <a:ext cx="107299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B5AAD-A714-9168-5B7E-3CEF318C7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825625"/>
            <a:ext cx="10729912" cy="419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 45">
            <a:extLst>
              <a:ext uri="{FF2B5EF4-FFF2-40B4-BE49-F238E27FC236}">
                <a16:creationId xmlns:a16="http://schemas.microsoft.com/office/drawing/2014/main" id="{528B608D-D0F5-8A18-6E62-A08B7BCFC0B5}"/>
              </a:ext>
            </a:extLst>
          </p:cNvPr>
          <p:cNvSpPr/>
          <p:nvPr userDrawn="1"/>
        </p:nvSpPr>
        <p:spPr>
          <a:xfrm>
            <a:off x="11352212" y="6371329"/>
            <a:ext cx="354149" cy="24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fld id="{24736FCC-04CF-1542-8205-1C9BF2DBCC40}" type="slidenum">
              <a:rPr lang="en-US" sz="1000" kern="0" smtClean="0">
                <a:solidFill>
                  <a:schemeClr val="accent1"/>
                </a:solidFill>
                <a:latin typeface="Arial" panose="020B0604020202020204" pitchFamily="34" charset="0"/>
                <a:ea typeface="JetBrains Mono" pitchFamily="34" charset="-122"/>
                <a:cs typeface="Arial" panose="020B0604020202020204" pitchFamily="34" charset="0"/>
              </a:rPr>
              <a:pPr algn="ctr"/>
              <a:t>‹#›</a:t>
            </a:fld>
            <a:endParaRPr lang="en-US" sz="1000" kern="0" dirty="0">
              <a:solidFill>
                <a:schemeClr val="accent1"/>
              </a:solidFill>
              <a:latin typeface="Arial" panose="020B0604020202020204" pitchFamily="34" charset="0"/>
              <a:ea typeface="JetBrains Mono" pitchFamily="34" charset="-122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F7922D-2ECF-00A2-9169-F8A8B97EFC67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32717" y="6349738"/>
            <a:ext cx="219867" cy="275622"/>
          </a:xfrm>
          <a:prstGeom prst="line">
            <a:avLst/>
          </a:prstGeom>
          <a:ln w="6500" cap="flat">
            <a:solidFill>
              <a:srgbClr val="222734"/>
            </a:solidFill>
            <a:prstDash val="solid"/>
            <a:miter/>
          </a:ln>
        </p:spPr>
      </p:cxnSp>
      <p:grpSp>
        <p:nvGrpSpPr>
          <p:cNvPr id="13" name="Graphic 8">
            <a:extLst>
              <a:ext uri="{FF2B5EF4-FFF2-40B4-BE49-F238E27FC236}">
                <a16:creationId xmlns:a16="http://schemas.microsoft.com/office/drawing/2014/main" id="{C78E0F33-606B-42DA-43C6-33D2A65B368F}"/>
              </a:ext>
            </a:extLst>
          </p:cNvPr>
          <p:cNvGrpSpPr/>
          <p:nvPr/>
        </p:nvGrpSpPr>
        <p:grpSpPr>
          <a:xfrm>
            <a:off x="9912424" y="6381328"/>
            <a:ext cx="1032991" cy="163133"/>
            <a:chOff x="9654324" y="6311900"/>
            <a:chExt cx="1312005" cy="207196"/>
          </a:xfrm>
          <a:solidFill>
            <a:srgbClr val="222734"/>
          </a:solidFill>
        </p:grpSpPr>
        <p:grpSp>
          <p:nvGrpSpPr>
            <p:cNvPr id="14" name="Graphic 8">
              <a:extLst>
                <a:ext uri="{FF2B5EF4-FFF2-40B4-BE49-F238E27FC236}">
                  <a16:creationId xmlns:a16="http://schemas.microsoft.com/office/drawing/2014/main" id="{7B286834-EDD2-106A-C871-4EEA3D8639D4}"/>
                </a:ext>
              </a:extLst>
            </p:cNvPr>
            <p:cNvGrpSpPr/>
            <p:nvPr/>
          </p:nvGrpSpPr>
          <p:grpSpPr>
            <a:xfrm>
              <a:off x="10006493" y="6363683"/>
              <a:ext cx="959836" cy="103630"/>
              <a:chOff x="10006493" y="6363683"/>
              <a:chExt cx="959836" cy="103630"/>
            </a:xfrm>
            <a:solidFill>
              <a:srgbClr val="222734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82FCBC5-C968-CBDE-EE3E-AAE718C0B4EB}"/>
                  </a:ext>
                </a:extLst>
              </p:cNvPr>
              <p:cNvSpPr/>
              <p:nvPr/>
            </p:nvSpPr>
            <p:spPr>
              <a:xfrm>
                <a:off x="10006493" y="6363683"/>
                <a:ext cx="134770" cy="103566"/>
              </a:xfrm>
              <a:custGeom>
                <a:avLst/>
                <a:gdLst>
                  <a:gd name="csX0" fmla="*/ 52660 w 134770"/>
                  <a:gd name="csY0" fmla="*/ 0 h 103566"/>
                  <a:gd name="csX1" fmla="*/ 82045 w 134770"/>
                  <a:gd name="csY1" fmla="*/ 0 h 103566"/>
                  <a:gd name="csX2" fmla="*/ 134770 w 134770"/>
                  <a:gd name="csY2" fmla="*/ 103566 h 103566"/>
                  <a:gd name="csX3" fmla="*/ 114681 w 134770"/>
                  <a:gd name="csY3" fmla="*/ 103566 h 103566"/>
                  <a:gd name="csX4" fmla="*/ 102264 w 134770"/>
                  <a:gd name="csY4" fmla="*/ 79152 h 103566"/>
                  <a:gd name="csX5" fmla="*/ 32506 w 134770"/>
                  <a:gd name="csY5" fmla="*/ 79152 h 103566"/>
                  <a:gd name="csX6" fmla="*/ 20089 w 134770"/>
                  <a:gd name="csY6" fmla="*/ 103566 h 103566"/>
                  <a:gd name="csX7" fmla="*/ 0 w 134770"/>
                  <a:gd name="csY7" fmla="*/ 103566 h 103566"/>
                  <a:gd name="csX8" fmla="*/ 52725 w 134770"/>
                  <a:gd name="csY8" fmla="*/ 0 h 103566"/>
                  <a:gd name="csX9" fmla="*/ 52595 w 134770"/>
                  <a:gd name="csY9" fmla="*/ 0 h 103566"/>
                  <a:gd name="csX10" fmla="*/ 94723 w 134770"/>
                  <a:gd name="csY10" fmla="*/ 64376 h 103566"/>
                  <a:gd name="csX11" fmla="*/ 69433 w 134770"/>
                  <a:gd name="csY11" fmla="*/ 14777 h 103566"/>
                  <a:gd name="csX12" fmla="*/ 65207 w 134770"/>
                  <a:gd name="csY12" fmla="*/ 14777 h 103566"/>
                  <a:gd name="csX13" fmla="*/ 39917 w 134770"/>
                  <a:gd name="csY13" fmla="*/ 64376 h 103566"/>
                  <a:gd name="csX14" fmla="*/ 94723 w 134770"/>
                  <a:gd name="csY14" fmla="*/ 64376 h 103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34770" h="103566">
                    <a:moveTo>
                      <a:pt x="52660" y="0"/>
                    </a:moveTo>
                    <a:lnTo>
                      <a:pt x="82045" y="0"/>
                    </a:lnTo>
                    <a:lnTo>
                      <a:pt x="134770" y="103566"/>
                    </a:lnTo>
                    <a:lnTo>
                      <a:pt x="114681" y="103566"/>
                    </a:lnTo>
                    <a:lnTo>
                      <a:pt x="102264" y="79152"/>
                    </a:lnTo>
                    <a:lnTo>
                      <a:pt x="32506" y="79152"/>
                    </a:lnTo>
                    <a:lnTo>
                      <a:pt x="20089" y="103566"/>
                    </a:lnTo>
                    <a:lnTo>
                      <a:pt x="0" y="103566"/>
                    </a:lnTo>
                    <a:lnTo>
                      <a:pt x="52725" y="0"/>
                    </a:lnTo>
                    <a:lnTo>
                      <a:pt x="52595" y="0"/>
                    </a:lnTo>
                    <a:close/>
                    <a:moveTo>
                      <a:pt x="94723" y="64376"/>
                    </a:moveTo>
                    <a:lnTo>
                      <a:pt x="69433" y="14777"/>
                    </a:lnTo>
                    <a:lnTo>
                      <a:pt x="65207" y="14777"/>
                    </a:lnTo>
                    <a:lnTo>
                      <a:pt x="39917" y="64376"/>
                    </a:lnTo>
                    <a:lnTo>
                      <a:pt x="94723" y="64376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189F0D8E-615B-4CA0-98E1-AE31023208FE}"/>
                  </a:ext>
                </a:extLst>
              </p:cNvPr>
              <p:cNvSpPr/>
              <p:nvPr/>
            </p:nvSpPr>
            <p:spPr>
              <a:xfrm>
                <a:off x="10157646" y="6363683"/>
                <a:ext cx="119817" cy="103630"/>
              </a:xfrm>
              <a:custGeom>
                <a:avLst/>
                <a:gdLst>
                  <a:gd name="csX0" fmla="*/ 17943 w 119817"/>
                  <a:gd name="csY0" fmla="*/ 62191 h 103630"/>
                  <a:gd name="csX1" fmla="*/ 17943 w 119817"/>
                  <a:gd name="csY1" fmla="*/ 103631 h 103630"/>
                  <a:gd name="csX2" fmla="*/ 0 w 119817"/>
                  <a:gd name="csY2" fmla="*/ 103631 h 103630"/>
                  <a:gd name="csX3" fmla="*/ 0 w 119817"/>
                  <a:gd name="csY3" fmla="*/ 0 h 103630"/>
                  <a:gd name="csX4" fmla="*/ 85361 w 119817"/>
                  <a:gd name="csY4" fmla="*/ 0 h 103630"/>
                  <a:gd name="csX5" fmla="*/ 97648 w 119817"/>
                  <a:gd name="csY5" fmla="*/ 2441 h 103630"/>
                  <a:gd name="csX6" fmla="*/ 107595 w 119817"/>
                  <a:gd name="csY6" fmla="*/ 9123 h 103630"/>
                  <a:gd name="csX7" fmla="*/ 114357 w 119817"/>
                  <a:gd name="csY7" fmla="*/ 18953 h 103630"/>
                  <a:gd name="csX8" fmla="*/ 116827 w 119817"/>
                  <a:gd name="csY8" fmla="*/ 31096 h 103630"/>
                  <a:gd name="csX9" fmla="*/ 114616 w 119817"/>
                  <a:gd name="csY9" fmla="*/ 42403 h 103630"/>
                  <a:gd name="csX10" fmla="*/ 108701 w 119817"/>
                  <a:gd name="csY10" fmla="*/ 51976 h 103630"/>
                  <a:gd name="csX11" fmla="*/ 99794 w 119817"/>
                  <a:gd name="csY11" fmla="*/ 58786 h 103630"/>
                  <a:gd name="csX12" fmla="*/ 88807 w 119817"/>
                  <a:gd name="csY12" fmla="*/ 62063 h 103630"/>
                  <a:gd name="csX13" fmla="*/ 119817 w 119817"/>
                  <a:gd name="csY13" fmla="*/ 103631 h 103630"/>
                  <a:gd name="csX14" fmla="*/ 97648 w 119817"/>
                  <a:gd name="csY14" fmla="*/ 103631 h 103630"/>
                  <a:gd name="csX15" fmla="*/ 69498 w 119817"/>
                  <a:gd name="csY15" fmla="*/ 65789 h 103630"/>
                  <a:gd name="csX16" fmla="*/ 62347 w 119817"/>
                  <a:gd name="csY16" fmla="*/ 62255 h 103630"/>
                  <a:gd name="csX17" fmla="*/ 17878 w 119817"/>
                  <a:gd name="csY17" fmla="*/ 62255 h 103630"/>
                  <a:gd name="csX18" fmla="*/ 82501 w 119817"/>
                  <a:gd name="csY18" fmla="*/ 47414 h 103630"/>
                  <a:gd name="csX19" fmla="*/ 88872 w 119817"/>
                  <a:gd name="csY19" fmla="*/ 46129 h 103630"/>
                  <a:gd name="csX20" fmla="*/ 94073 w 119817"/>
                  <a:gd name="csY20" fmla="*/ 42660 h 103630"/>
                  <a:gd name="csX21" fmla="*/ 97583 w 119817"/>
                  <a:gd name="csY21" fmla="*/ 37520 h 103630"/>
                  <a:gd name="csX22" fmla="*/ 98884 w 119817"/>
                  <a:gd name="csY22" fmla="*/ 31160 h 103630"/>
                  <a:gd name="csX23" fmla="*/ 97583 w 119817"/>
                  <a:gd name="csY23" fmla="*/ 24799 h 103630"/>
                  <a:gd name="csX24" fmla="*/ 94073 w 119817"/>
                  <a:gd name="csY24" fmla="*/ 19660 h 103630"/>
                  <a:gd name="csX25" fmla="*/ 88872 w 119817"/>
                  <a:gd name="csY25" fmla="*/ 16190 h 103630"/>
                  <a:gd name="csX26" fmla="*/ 82501 w 119817"/>
                  <a:gd name="csY26" fmla="*/ 14905 h 103630"/>
                  <a:gd name="csX27" fmla="*/ 17943 w 119817"/>
                  <a:gd name="csY27" fmla="*/ 14905 h 103630"/>
                  <a:gd name="csX28" fmla="*/ 17943 w 119817"/>
                  <a:gd name="csY28" fmla="*/ 47479 h 103630"/>
                  <a:gd name="csX29" fmla="*/ 82501 w 119817"/>
                  <a:gd name="csY29" fmla="*/ 47479 h 1036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119817" h="103630">
                    <a:moveTo>
                      <a:pt x="17943" y="62191"/>
                    </a:moveTo>
                    <a:lnTo>
                      <a:pt x="17943" y="103631"/>
                    </a:lnTo>
                    <a:lnTo>
                      <a:pt x="0" y="103631"/>
                    </a:lnTo>
                    <a:lnTo>
                      <a:pt x="0" y="0"/>
                    </a:lnTo>
                    <a:lnTo>
                      <a:pt x="85361" y="0"/>
                    </a:lnTo>
                    <a:cubicBezTo>
                      <a:pt x="89717" y="0"/>
                      <a:pt x="93813" y="835"/>
                      <a:pt x="97648" y="2441"/>
                    </a:cubicBezTo>
                    <a:cubicBezTo>
                      <a:pt x="101419" y="4048"/>
                      <a:pt x="104734" y="6296"/>
                      <a:pt x="107595" y="9123"/>
                    </a:cubicBezTo>
                    <a:cubicBezTo>
                      <a:pt x="110455" y="11950"/>
                      <a:pt x="112731" y="15162"/>
                      <a:pt x="114357" y="18953"/>
                    </a:cubicBezTo>
                    <a:cubicBezTo>
                      <a:pt x="115982" y="22679"/>
                      <a:pt x="116827" y="26791"/>
                      <a:pt x="116827" y="31096"/>
                    </a:cubicBezTo>
                    <a:cubicBezTo>
                      <a:pt x="116827" y="35079"/>
                      <a:pt x="116111" y="38805"/>
                      <a:pt x="114616" y="42403"/>
                    </a:cubicBezTo>
                    <a:cubicBezTo>
                      <a:pt x="113186" y="46001"/>
                      <a:pt x="111235" y="49213"/>
                      <a:pt x="108701" y="51976"/>
                    </a:cubicBezTo>
                    <a:cubicBezTo>
                      <a:pt x="106165" y="54738"/>
                      <a:pt x="103239" y="57051"/>
                      <a:pt x="99794" y="58786"/>
                    </a:cubicBezTo>
                    <a:cubicBezTo>
                      <a:pt x="96348" y="60585"/>
                      <a:pt x="92707" y="61677"/>
                      <a:pt x="88807" y="62063"/>
                    </a:cubicBezTo>
                    <a:lnTo>
                      <a:pt x="119817" y="103631"/>
                    </a:lnTo>
                    <a:lnTo>
                      <a:pt x="97648" y="103631"/>
                    </a:lnTo>
                    <a:lnTo>
                      <a:pt x="69498" y="65789"/>
                    </a:lnTo>
                    <a:cubicBezTo>
                      <a:pt x="67678" y="63476"/>
                      <a:pt x="65272" y="62255"/>
                      <a:pt x="62347" y="62255"/>
                    </a:cubicBezTo>
                    <a:lnTo>
                      <a:pt x="17878" y="62255"/>
                    </a:lnTo>
                    <a:close/>
                    <a:moveTo>
                      <a:pt x="82501" y="47414"/>
                    </a:moveTo>
                    <a:cubicBezTo>
                      <a:pt x="84841" y="47414"/>
                      <a:pt x="86921" y="46965"/>
                      <a:pt x="88872" y="46129"/>
                    </a:cubicBezTo>
                    <a:cubicBezTo>
                      <a:pt x="90822" y="45294"/>
                      <a:pt x="92513" y="44138"/>
                      <a:pt x="94073" y="42660"/>
                    </a:cubicBezTo>
                    <a:cubicBezTo>
                      <a:pt x="95633" y="41182"/>
                      <a:pt x="96738" y="39448"/>
                      <a:pt x="97583" y="37520"/>
                    </a:cubicBezTo>
                    <a:cubicBezTo>
                      <a:pt x="98428" y="35593"/>
                      <a:pt x="98884" y="33408"/>
                      <a:pt x="98884" y="31160"/>
                    </a:cubicBezTo>
                    <a:cubicBezTo>
                      <a:pt x="98884" y="28911"/>
                      <a:pt x="98428" y="26791"/>
                      <a:pt x="97583" y="24799"/>
                    </a:cubicBezTo>
                    <a:cubicBezTo>
                      <a:pt x="96738" y="22808"/>
                      <a:pt x="95568" y="21073"/>
                      <a:pt x="94073" y="19660"/>
                    </a:cubicBezTo>
                    <a:cubicBezTo>
                      <a:pt x="92577" y="18182"/>
                      <a:pt x="90822" y="17025"/>
                      <a:pt x="88872" y="16190"/>
                    </a:cubicBezTo>
                    <a:cubicBezTo>
                      <a:pt x="86921" y="15355"/>
                      <a:pt x="84776" y="14905"/>
                      <a:pt x="82501" y="14905"/>
                    </a:cubicBezTo>
                    <a:lnTo>
                      <a:pt x="17943" y="14905"/>
                    </a:lnTo>
                    <a:lnTo>
                      <a:pt x="17943" y="47479"/>
                    </a:lnTo>
                    <a:cubicBezTo>
                      <a:pt x="17943" y="47479"/>
                      <a:pt x="82501" y="47479"/>
                      <a:pt x="82501" y="47479"/>
                    </a:cubicBez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45F2580-720A-5484-F474-5F504512328A}"/>
                  </a:ext>
                </a:extLst>
              </p:cNvPr>
              <p:cNvSpPr/>
              <p:nvPr/>
            </p:nvSpPr>
            <p:spPr>
              <a:xfrm>
                <a:off x="10287930" y="6363747"/>
                <a:ext cx="104799" cy="103566"/>
              </a:xfrm>
              <a:custGeom>
                <a:avLst/>
                <a:gdLst>
                  <a:gd name="csX0" fmla="*/ 43428 w 104799"/>
                  <a:gd name="csY0" fmla="*/ 14777 h 103566"/>
                  <a:gd name="csX1" fmla="*/ 0 w 104799"/>
                  <a:gd name="csY1" fmla="*/ 14777 h 103566"/>
                  <a:gd name="csX2" fmla="*/ 0 w 104799"/>
                  <a:gd name="csY2" fmla="*/ 0 h 103566"/>
                  <a:gd name="csX3" fmla="*/ 104799 w 104799"/>
                  <a:gd name="csY3" fmla="*/ 0 h 103566"/>
                  <a:gd name="csX4" fmla="*/ 104799 w 104799"/>
                  <a:gd name="csY4" fmla="*/ 14777 h 103566"/>
                  <a:gd name="csX5" fmla="*/ 61372 w 104799"/>
                  <a:gd name="csY5" fmla="*/ 14777 h 103566"/>
                  <a:gd name="csX6" fmla="*/ 61372 w 104799"/>
                  <a:gd name="csY6" fmla="*/ 103566 h 103566"/>
                  <a:gd name="csX7" fmla="*/ 43428 w 104799"/>
                  <a:gd name="csY7" fmla="*/ 103566 h 103566"/>
                  <a:gd name="csX8" fmla="*/ 43428 w 104799"/>
                  <a:gd name="csY8" fmla="*/ 14777 h 103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4799" h="103566">
                    <a:moveTo>
                      <a:pt x="43428" y="14777"/>
                    </a:moveTo>
                    <a:lnTo>
                      <a:pt x="0" y="14777"/>
                    </a:lnTo>
                    <a:lnTo>
                      <a:pt x="0" y="0"/>
                    </a:lnTo>
                    <a:lnTo>
                      <a:pt x="104799" y="0"/>
                    </a:lnTo>
                    <a:lnTo>
                      <a:pt x="104799" y="14777"/>
                    </a:lnTo>
                    <a:lnTo>
                      <a:pt x="61372" y="14777"/>
                    </a:lnTo>
                    <a:lnTo>
                      <a:pt x="61372" y="103566"/>
                    </a:lnTo>
                    <a:lnTo>
                      <a:pt x="43428" y="103566"/>
                    </a:lnTo>
                    <a:lnTo>
                      <a:pt x="43428" y="14777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660A8B9-C7E3-9BD7-1C91-BF1B3D9FA3D4}"/>
                  </a:ext>
                </a:extLst>
              </p:cNvPr>
              <p:cNvSpPr/>
              <p:nvPr/>
            </p:nvSpPr>
            <p:spPr>
              <a:xfrm>
                <a:off x="10410738" y="6363683"/>
                <a:ext cx="17943" cy="103566"/>
              </a:xfrm>
              <a:custGeom>
                <a:avLst/>
                <a:gdLst>
                  <a:gd name="csX0" fmla="*/ 0 w 17943"/>
                  <a:gd name="csY0" fmla="*/ 0 h 103566"/>
                  <a:gd name="csX1" fmla="*/ 17943 w 17943"/>
                  <a:gd name="csY1" fmla="*/ 0 h 103566"/>
                  <a:gd name="csX2" fmla="*/ 17943 w 17943"/>
                  <a:gd name="csY2" fmla="*/ 103566 h 103566"/>
                  <a:gd name="csX3" fmla="*/ 0 w 17943"/>
                  <a:gd name="csY3" fmla="*/ 103566 h 103566"/>
                  <a:gd name="csX4" fmla="*/ 0 w 17943"/>
                  <a:gd name="csY4" fmla="*/ 0 h 103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7943" h="103566">
                    <a:moveTo>
                      <a:pt x="0" y="0"/>
                    </a:moveTo>
                    <a:lnTo>
                      <a:pt x="17943" y="0"/>
                    </a:lnTo>
                    <a:lnTo>
                      <a:pt x="17943" y="103566"/>
                    </a:lnTo>
                    <a:lnTo>
                      <a:pt x="0" y="1035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CB6F0C9-8ACC-29BD-67E9-4EC166F2EBF9}"/>
                  </a:ext>
                </a:extLst>
              </p:cNvPr>
              <p:cNvSpPr/>
              <p:nvPr/>
            </p:nvSpPr>
            <p:spPr>
              <a:xfrm>
                <a:off x="10596476" y="6363683"/>
                <a:ext cx="104799" cy="103437"/>
              </a:xfrm>
              <a:custGeom>
                <a:avLst/>
                <a:gdLst>
                  <a:gd name="csX0" fmla="*/ 0 w 104799"/>
                  <a:gd name="csY0" fmla="*/ 0 h 103437"/>
                  <a:gd name="csX1" fmla="*/ 104799 w 104799"/>
                  <a:gd name="csY1" fmla="*/ 0 h 103437"/>
                  <a:gd name="csX2" fmla="*/ 104799 w 104799"/>
                  <a:gd name="csY2" fmla="*/ 14777 h 103437"/>
                  <a:gd name="csX3" fmla="*/ 17943 w 104799"/>
                  <a:gd name="csY3" fmla="*/ 14777 h 103437"/>
                  <a:gd name="csX4" fmla="*/ 17943 w 104799"/>
                  <a:gd name="csY4" fmla="*/ 44330 h 103437"/>
                  <a:gd name="csX5" fmla="*/ 97323 w 104799"/>
                  <a:gd name="csY5" fmla="*/ 44330 h 103437"/>
                  <a:gd name="csX6" fmla="*/ 97323 w 104799"/>
                  <a:gd name="csY6" fmla="*/ 59107 h 103437"/>
                  <a:gd name="csX7" fmla="*/ 17943 w 104799"/>
                  <a:gd name="csY7" fmla="*/ 59107 h 103437"/>
                  <a:gd name="csX8" fmla="*/ 17943 w 104799"/>
                  <a:gd name="csY8" fmla="*/ 88661 h 103437"/>
                  <a:gd name="csX9" fmla="*/ 104799 w 104799"/>
                  <a:gd name="csY9" fmla="*/ 88661 h 103437"/>
                  <a:gd name="csX10" fmla="*/ 104799 w 104799"/>
                  <a:gd name="csY10" fmla="*/ 103438 h 103437"/>
                  <a:gd name="csX11" fmla="*/ 0 w 104799"/>
                  <a:gd name="csY11" fmla="*/ 103438 h 103437"/>
                  <a:gd name="csX12" fmla="*/ 0 w 104799"/>
                  <a:gd name="csY12" fmla="*/ 0 h 103437"/>
                  <a:gd name="csX13" fmla="*/ 0 w 104799"/>
                  <a:gd name="csY13" fmla="*/ 0 h 1034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04799" h="103437">
                    <a:moveTo>
                      <a:pt x="0" y="0"/>
                    </a:moveTo>
                    <a:lnTo>
                      <a:pt x="104799" y="0"/>
                    </a:lnTo>
                    <a:lnTo>
                      <a:pt x="104799" y="14777"/>
                    </a:lnTo>
                    <a:lnTo>
                      <a:pt x="17943" y="14777"/>
                    </a:lnTo>
                    <a:lnTo>
                      <a:pt x="17943" y="44330"/>
                    </a:lnTo>
                    <a:lnTo>
                      <a:pt x="97323" y="44330"/>
                    </a:lnTo>
                    <a:lnTo>
                      <a:pt x="97323" y="59107"/>
                    </a:lnTo>
                    <a:lnTo>
                      <a:pt x="17943" y="59107"/>
                    </a:lnTo>
                    <a:lnTo>
                      <a:pt x="17943" y="88661"/>
                    </a:lnTo>
                    <a:lnTo>
                      <a:pt x="104799" y="88661"/>
                    </a:lnTo>
                    <a:lnTo>
                      <a:pt x="104799" y="103438"/>
                    </a:lnTo>
                    <a:lnTo>
                      <a:pt x="0" y="10343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B2A49EE-9142-1518-A1DD-42863D36F65C}"/>
                  </a:ext>
                </a:extLst>
              </p:cNvPr>
              <p:cNvSpPr/>
              <p:nvPr/>
            </p:nvSpPr>
            <p:spPr>
              <a:xfrm>
                <a:off x="10723770" y="6363683"/>
                <a:ext cx="119751" cy="103566"/>
              </a:xfrm>
              <a:custGeom>
                <a:avLst/>
                <a:gdLst>
                  <a:gd name="csX0" fmla="*/ 0 w 119751"/>
                  <a:gd name="csY0" fmla="*/ 0 h 103566"/>
                  <a:gd name="csX1" fmla="*/ 21844 w 119751"/>
                  <a:gd name="csY1" fmla="*/ 0 h 103566"/>
                  <a:gd name="csX2" fmla="*/ 101808 w 119751"/>
                  <a:gd name="csY2" fmla="*/ 85834 h 103566"/>
                  <a:gd name="csX3" fmla="*/ 101808 w 119751"/>
                  <a:gd name="csY3" fmla="*/ 0 h 103566"/>
                  <a:gd name="csX4" fmla="*/ 119751 w 119751"/>
                  <a:gd name="csY4" fmla="*/ 0 h 103566"/>
                  <a:gd name="csX5" fmla="*/ 119751 w 119751"/>
                  <a:gd name="csY5" fmla="*/ 103566 h 103566"/>
                  <a:gd name="csX6" fmla="*/ 97908 w 119751"/>
                  <a:gd name="csY6" fmla="*/ 103566 h 103566"/>
                  <a:gd name="csX7" fmla="*/ 17943 w 119751"/>
                  <a:gd name="csY7" fmla="*/ 17732 h 103566"/>
                  <a:gd name="csX8" fmla="*/ 17943 w 119751"/>
                  <a:gd name="csY8" fmla="*/ 103566 h 103566"/>
                  <a:gd name="csX9" fmla="*/ 0 w 119751"/>
                  <a:gd name="csY9" fmla="*/ 103566 h 103566"/>
                  <a:gd name="csX10" fmla="*/ 0 w 119751"/>
                  <a:gd name="csY10" fmla="*/ 0 h 103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19751" h="103566">
                    <a:moveTo>
                      <a:pt x="0" y="0"/>
                    </a:moveTo>
                    <a:lnTo>
                      <a:pt x="21844" y="0"/>
                    </a:lnTo>
                    <a:lnTo>
                      <a:pt x="101808" y="85834"/>
                    </a:lnTo>
                    <a:lnTo>
                      <a:pt x="101808" y="0"/>
                    </a:lnTo>
                    <a:lnTo>
                      <a:pt x="119751" y="0"/>
                    </a:lnTo>
                    <a:lnTo>
                      <a:pt x="119751" y="103566"/>
                    </a:lnTo>
                    <a:lnTo>
                      <a:pt x="97908" y="103566"/>
                    </a:lnTo>
                    <a:lnTo>
                      <a:pt x="17943" y="17732"/>
                    </a:lnTo>
                    <a:lnTo>
                      <a:pt x="17943" y="103566"/>
                    </a:lnTo>
                    <a:lnTo>
                      <a:pt x="0" y="1035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1C12C38-323D-F2DB-E0B9-BB1046B6BBA9}"/>
                  </a:ext>
                </a:extLst>
              </p:cNvPr>
              <p:cNvSpPr/>
              <p:nvPr/>
            </p:nvSpPr>
            <p:spPr>
              <a:xfrm>
                <a:off x="10861530" y="6363747"/>
                <a:ext cx="104799" cy="103566"/>
              </a:xfrm>
              <a:custGeom>
                <a:avLst/>
                <a:gdLst>
                  <a:gd name="csX0" fmla="*/ 43428 w 104799"/>
                  <a:gd name="csY0" fmla="*/ 14777 h 103566"/>
                  <a:gd name="csX1" fmla="*/ 0 w 104799"/>
                  <a:gd name="csY1" fmla="*/ 14777 h 103566"/>
                  <a:gd name="csX2" fmla="*/ 0 w 104799"/>
                  <a:gd name="csY2" fmla="*/ 0 h 103566"/>
                  <a:gd name="csX3" fmla="*/ 104799 w 104799"/>
                  <a:gd name="csY3" fmla="*/ 0 h 103566"/>
                  <a:gd name="csX4" fmla="*/ 104799 w 104799"/>
                  <a:gd name="csY4" fmla="*/ 14777 h 103566"/>
                  <a:gd name="csX5" fmla="*/ 61372 w 104799"/>
                  <a:gd name="csY5" fmla="*/ 14777 h 103566"/>
                  <a:gd name="csX6" fmla="*/ 61372 w 104799"/>
                  <a:gd name="csY6" fmla="*/ 103566 h 103566"/>
                  <a:gd name="csX7" fmla="*/ 43428 w 104799"/>
                  <a:gd name="csY7" fmla="*/ 103566 h 103566"/>
                  <a:gd name="csX8" fmla="*/ 43428 w 104799"/>
                  <a:gd name="csY8" fmla="*/ 14777 h 103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4799" h="103566">
                    <a:moveTo>
                      <a:pt x="43428" y="14777"/>
                    </a:moveTo>
                    <a:lnTo>
                      <a:pt x="0" y="14777"/>
                    </a:lnTo>
                    <a:lnTo>
                      <a:pt x="0" y="0"/>
                    </a:lnTo>
                    <a:lnTo>
                      <a:pt x="104799" y="0"/>
                    </a:lnTo>
                    <a:lnTo>
                      <a:pt x="104799" y="14777"/>
                    </a:lnTo>
                    <a:lnTo>
                      <a:pt x="61372" y="14777"/>
                    </a:lnTo>
                    <a:lnTo>
                      <a:pt x="61372" y="103566"/>
                    </a:lnTo>
                    <a:lnTo>
                      <a:pt x="43428" y="103566"/>
                    </a:lnTo>
                    <a:lnTo>
                      <a:pt x="43428" y="14777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12BDD18-36B7-107B-2DE4-A7416F6241EF}"/>
                  </a:ext>
                </a:extLst>
              </p:cNvPr>
              <p:cNvSpPr/>
              <p:nvPr/>
            </p:nvSpPr>
            <p:spPr>
              <a:xfrm>
                <a:off x="10461837" y="6363683"/>
                <a:ext cx="105709" cy="103566"/>
              </a:xfrm>
              <a:custGeom>
                <a:avLst/>
                <a:gdLst>
                  <a:gd name="csX0" fmla="*/ 65 w 105709"/>
                  <a:gd name="csY0" fmla="*/ 103566 h 103566"/>
                  <a:gd name="csX1" fmla="*/ 65 w 105709"/>
                  <a:gd name="csY1" fmla="*/ 87055 h 103566"/>
                  <a:gd name="csX2" fmla="*/ 89911 w 105709"/>
                  <a:gd name="csY2" fmla="*/ 5782 h 103566"/>
                  <a:gd name="csX3" fmla="*/ 96347 w 105709"/>
                  <a:gd name="csY3" fmla="*/ 14777 h 103566"/>
                  <a:gd name="csX4" fmla="*/ 2666 w 105709"/>
                  <a:gd name="csY4" fmla="*/ 14777 h 103566"/>
                  <a:gd name="csX5" fmla="*/ 2666 w 105709"/>
                  <a:gd name="csY5" fmla="*/ 0 h 103566"/>
                  <a:gd name="csX6" fmla="*/ 103499 w 105709"/>
                  <a:gd name="csY6" fmla="*/ 0 h 103566"/>
                  <a:gd name="csX7" fmla="*/ 103499 w 105709"/>
                  <a:gd name="csY7" fmla="*/ 16511 h 103566"/>
                  <a:gd name="csX8" fmla="*/ 13782 w 105709"/>
                  <a:gd name="csY8" fmla="*/ 97784 h 103566"/>
                  <a:gd name="csX9" fmla="*/ 7346 w 105709"/>
                  <a:gd name="csY9" fmla="*/ 88789 h 103566"/>
                  <a:gd name="csX10" fmla="*/ 105709 w 105709"/>
                  <a:gd name="csY10" fmla="*/ 88789 h 103566"/>
                  <a:gd name="csX11" fmla="*/ 105709 w 105709"/>
                  <a:gd name="csY11" fmla="*/ 103566 h 103566"/>
                  <a:gd name="csX12" fmla="*/ 0 w 105709"/>
                  <a:gd name="csY12" fmla="*/ 103566 h 103566"/>
                  <a:gd name="csX13" fmla="*/ 0 w 105709"/>
                  <a:gd name="csY13" fmla="*/ 103566 h 103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05709" h="103566">
                    <a:moveTo>
                      <a:pt x="65" y="103566"/>
                    </a:moveTo>
                    <a:lnTo>
                      <a:pt x="65" y="87055"/>
                    </a:lnTo>
                    <a:lnTo>
                      <a:pt x="89911" y="5782"/>
                    </a:lnTo>
                    <a:lnTo>
                      <a:pt x="96347" y="14777"/>
                    </a:lnTo>
                    <a:lnTo>
                      <a:pt x="2666" y="14777"/>
                    </a:lnTo>
                    <a:lnTo>
                      <a:pt x="2666" y="0"/>
                    </a:lnTo>
                    <a:lnTo>
                      <a:pt x="103499" y="0"/>
                    </a:lnTo>
                    <a:lnTo>
                      <a:pt x="103499" y="16511"/>
                    </a:lnTo>
                    <a:lnTo>
                      <a:pt x="13782" y="97784"/>
                    </a:lnTo>
                    <a:lnTo>
                      <a:pt x="7346" y="88789"/>
                    </a:lnTo>
                    <a:lnTo>
                      <a:pt x="105709" y="88789"/>
                    </a:lnTo>
                    <a:lnTo>
                      <a:pt x="105709" y="103566"/>
                    </a:lnTo>
                    <a:lnTo>
                      <a:pt x="0" y="103566"/>
                    </a:lnTo>
                    <a:lnTo>
                      <a:pt x="0" y="103566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aphic 8">
              <a:extLst>
                <a:ext uri="{FF2B5EF4-FFF2-40B4-BE49-F238E27FC236}">
                  <a16:creationId xmlns:a16="http://schemas.microsoft.com/office/drawing/2014/main" id="{5F4E13D5-9B8A-AF05-BAD1-0FD372F14981}"/>
                </a:ext>
              </a:extLst>
            </p:cNvPr>
            <p:cNvGrpSpPr/>
            <p:nvPr/>
          </p:nvGrpSpPr>
          <p:grpSpPr>
            <a:xfrm>
              <a:off x="9654324" y="6311900"/>
              <a:ext cx="299704" cy="207196"/>
              <a:chOff x="9654324" y="6311900"/>
              <a:chExt cx="299704" cy="207196"/>
            </a:xfrm>
            <a:solidFill>
              <a:srgbClr val="222734"/>
            </a:solidFill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E1E775B-4638-4B56-087A-FFE34EB209E5}"/>
                  </a:ext>
                </a:extLst>
              </p:cNvPr>
              <p:cNvSpPr/>
              <p:nvPr/>
            </p:nvSpPr>
            <p:spPr>
              <a:xfrm>
                <a:off x="9654324" y="6311900"/>
                <a:ext cx="189119" cy="207196"/>
              </a:xfrm>
              <a:custGeom>
                <a:avLst/>
                <a:gdLst>
                  <a:gd name="csX0" fmla="*/ 169486 w 189119"/>
                  <a:gd name="csY0" fmla="*/ 0 h 207196"/>
                  <a:gd name="csX1" fmla="*/ 0 w 189119"/>
                  <a:gd name="csY1" fmla="*/ 207197 h 207196"/>
                  <a:gd name="csX2" fmla="*/ 39267 w 189119"/>
                  <a:gd name="csY2" fmla="*/ 207197 h 207196"/>
                  <a:gd name="csX3" fmla="*/ 189120 w 189119"/>
                  <a:gd name="csY3" fmla="*/ 24028 h 207196"/>
                  <a:gd name="csX4" fmla="*/ 169486 w 189119"/>
                  <a:gd name="csY4" fmla="*/ 0 h 2071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9119" h="207196">
                    <a:moveTo>
                      <a:pt x="169486" y="0"/>
                    </a:moveTo>
                    <a:lnTo>
                      <a:pt x="0" y="207197"/>
                    </a:lnTo>
                    <a:lnTo>
                      <a:pt x="39267" y="207197"/>
                    </a:lnTo>
                    <a:lnTo>
                      <a:pt x="189120" y="24028"/>
                    </a:lnTo>
                    <a:lnTo>
                      <a:pt x="169486" y="0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C3C1426-5083-4310-6082-F7282A880540}"/>
                  </a:ext>
                </a:extLst>
              </p:cNvPr>
              <p:cNvSpPr/>
              <p:nvPr/>
            </p:nvSpPr>
            <p:spPr>
              <a:xfrm>
                <a:off x="9732793" y="6359956"/>
                <a:ext cx="221235" cy="159139"/>
              </a:xfrm>
              <a:custGeom>
                <a:avLst/>
                <a:gdLst>
                  <a:gd name="csX0" fmla="*/ 161230 w 221235"/>
                  <a:gd name="csY0" fmla="*/ 85770 h 159139"/>
                  <a:gd name="csX1" fmla="*/ 99338 w 221235"/>
                  <a:gd name="csY1" fmla="*/ 85770 h 159139"/>
                  <a:gd name="csX2" fmla="*/ 149918 w 221235"/>
                  <a:gd name="csY2" fmla="*/ 23964 h 159139"/>
                  <a:gd name="csX3" fmla="*/ 130219 w 221235"/>
                  <a:gd name="csY3" fmla="*/ 0 h 159139"/>
                  <a:gd name="csX4" fmla="*/ 0 w 221235"/>
                  <a:gd name="csY4" fmla="*/ 159140 h 159139"/>
                  <a:gd name="csX5" fmla="*/ 39333 w 221235"/>
                  <a:gd name="csY5" fmla="*/ 159140 h 159139"/>
                  <a:gd name="csX6" fmla="*/ 74634 w 221235"/>
                  <a:gd name="csY6" fmla="*/ 115902 h 159139"/>
                  <a:gd name="csX7" fmla="*/ 146602 w 221235"/>
                  <a:gd name="csY7" fmla="*/ 115902 h 159139"/>
                  <a:gd name="csX8" fmla="*/ 181968 w 221235"/>
                  <a:gd name="csY8" fmla="*/ 159140 h 159139"/>
                  <a:gd name="csX9" fmla="*/ 221236 w 221235"/>
                  <a:gd name="csY9" fmla="*/ 159140 h 159139"/>
                  <a:gd name="csX10" fmla="*/ 161230 w 221235"/>
                  <a:gd name="csY10" fmla="*/ 85770 h 1591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21235" h="159139">
                    <a:moveTo>
                      <a:pt x="161230" y="85770"/>
                    </a:moveTo>
                    <a:lnTo>
                      <a:pt x="99338" y="85770"/>
                    </a:lnTo>
                    <a:lnTo>
                      <a:pt x="149918" y="23964"/>
                    </a:lnTo>
                    <a:lnTo>
                      <a:pt x="130219" y="0"/>
                    </a:lnTo>
                    <a:lnTo>
                      <a:pt x="0" y="159140"/>
                    </a:lnTo>
                    <a:lnTo>
                      <a:pt x="39333" y="159140"/>
                    </a:lnTo>
                    <a:lnTo>
                      <a:pt x="74634" y="115902"/>
                    </a:lnTo>
                    <a:lnTo>
                      <a:pt x="146602" y="115902"/>
                    </a:lnTo>
                    <a:lnTo>
                      <a:pt x="181968" y="159140"/>
                    </a:lnTo>
                    <a:lnTo>
                      <a:pt x="221236" y="159140"/>
                    </a:lnTo>
                    <a:lnTo>
                      <a:pt x="161230" y="85770"/>
                    </a:lnTo>
                    <a:close/>
                  </a:path>
                </a:pathLst>
              </a:custGeom>
              <a:solidFill>
                <a:srgbClr val="222734"/>
              </a:solidFill>
              <a:ln w="650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" name="Freeform 26">
            <a:extLst>
              <a:ext uri="{FF2B5EF4-FFF2-40B4-BE49-F238E27FC236}">
                <a16:creationId xmlns:a16="http://schemas.microsoft.com/office/drawing/2014/main" id="{C2F87F71-C078-8F28-E69A-3D27DC35F84A}"/>
              </a:ext>
            </a:extLst>
          </p:cNvPr>
          <p:cNvSpPr/>
          <p:nvPr/>
        </p:nvSpPr>
        <p:spPr>
          <a:xfrm>
            <a:off x="9276089" y="6349738"/>
            <a:ext cx="412955" cy="504789"/>
          </a:xfrm>
          <a:custGeom>
            <a:avLst/>
            <a:gdLst>
              <a:gd name="csX0" fmla="*/ 412956 w 412955"/>
              <a:gd name="csY0" fmla="*/ 0 h 504789"/>
              <a:gd name="csX1" fmla="*/ 0 w 412955"/>
              <a:gd name="csY1" fmla="*/ 504789 h 504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2955" h="504789">
                <a:moveTo>
                  <a:pt x="412956" y="0"/>
                </a:moveTo>
                <a:lnTo>
                  <a:pt x="0" y="504789"/>
                </a:lnTo>
              </a:path>
            </a:pathLst>
          </a:custGeom>
          <a:ln w="6500" cap="flat">
            <a:solidFill>
              <a:srgbClr val="22273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aphic 8">
            <a:extLst>
              <a:ext uri="{FF2B5EF4-FFF2-40B4-BE49-F238E27FC236}">
                <a16:creationId xmlns:a16="http://schemas.microsoft.com/office/drawing/2014/main" id="{04C369D1-6950-EDCF-60E7-55898B4913AD}"/>
              </a:ext>
            </a:extLst>
          </p:cNvPr>
          <p:cNvGrpSpPr/>
          <p:nvPr/>
        </p:nvGrpSpPr>
        <p:grpSpPr>
          <a:xfrm>
            <a:off x="623888" y="6563988"/>
            <a:ext cx="2284714" cy="97912"/>
            <a:chOff x="360868" y="6527448"/>
            <a:chExt cx="2284714" cy="97912"/>
          </a:xfrm>
          <a:solidFill>
            <a:srgbClr val="000000"/>
          </a:solidFill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5441B6E-3EF4-0CFB-EBD3-50810F77D766}"/>
                </a:ext>
              </a:extLst>
            </p:cNvPr>
            <p:cNvSpPr/>
            <p:nvPr/>
          </p:nvSpPr>
          <p:spPr>
            <a:xfrm>
              <a:off x="360868" y="6535672"/>
              <a:ext cx="60396" cy="59685"/>
            </a:xfrm>
            <a:custGeom>
              <a:avLst/>
              <a:gdLst>
                <a:gd name="csX0" fmla="*/ 30166 w 60396"/>
                <a:gd name="csY0" fmla="*/ 59686 h 59685"/>
                <a:gd name="csX1" fmla="*/ 14758 w 60396"/>
                <a:gd name="csY1" fmla="*/ 55766 h 59685"/>
                <a:gd name="csX2" fmla="*/ 3966 w 60396"/>
                <a:gd name="csY2" fmla="*/ 45101 h 59685"/>
                <a:gd name="csX3" fmla="*/ 0 w 60396"/>
                <a:gd name="csY3" fmla="*/ 29875 h 59685"/>
                <a:gd name="csX4" fmla="*/ 3966 w 60396"/>
                <a:gd name="csY4" fmla="*/ 14584 h 59685"/>
                <a:gd name="csX5" fmla="*/ 14758 w 60396"/>
                <a:gd name="csY5" fmla="*/ 3919 h 59685"/>
                <a:gd name="csX6" fmla="*/ 30166 w 60396"/>
                <a:gd name="csY6" fmla="*/ 0 h 59685"/>
                <a:gd name="csX7" fmla="*/ 45638 w 60396"/>
                <a:gd name="csY7" fmla="*/ 3919 h 59685"/>
                <a:gd name="csX8" fmla="*/ 56430 w 60396"/>
                <a:gd name="csY8" fmla="*/ 14584 h 59685"/>
                <a:gd name="csX9" fmla="*/ 60396 w 60396"/>
                <a:gd name="csY9" fmla="*/ 29875 h 59685"/>
                <a:gd name="csX10" fmla="*/ 56430 w 60396"/>
                <a:gd name="csY10" fmla="*/ 45101 h 59685"/>
                <a:gd name="csX11" fmla="*/ 45638 w 60396"/>
                <a:gd name="csY11" fmla="*/ 55766 h 59685"/>
                <a:gd name="csX12" fmla="*/ 30166 w 60396"/>
                <a:gd name="csY12" fmla="*/ 59686 h 59685"/>
                <a:gd name="csX13" fmla="*/ 30166 w 60396"/>
                <a:gd name="csY13" fmla="*/ 55060 h 59685"/>
                <a:gd name="csX14" fmla="*/ 43103 w 60396"/>
                <a:gd name="csY14" fmla="*/ 51783 h 59685"/>
                <a:gd name="csX15" fmla="*/ 52075 w 60396"/>
                <a:gd name="csY15" fmla="*/ 42789 h 59685"/>
                <a:gd name="csX16" fmla="*/ 55390 w 60396"/>
                <a:gd name="csY16" fmla="*/ 29875 h 59685"/>
                <a:gd name="csX17" fmla="*/ 52075 w 60396"/>
                <a:gd name="csY17" fmla="*/ 16897 h 59685"/>
                <a:gd name="csX18" fmla="*/ 43103 w 60396"/>
                <a:gd name="csY18" fmla="*/ 7967 h 59685"/>
                <a:gd name="csX19" fmla="*/ 30166 w 60396"/>
                <a:gd name="csY19" fmla="*/ 4690 h 59685"/>
                <a:gd name="csX20" fmla="*/ 17293 w 60396"/>
                <a:gd name="csY20" fmla="*/ 7967 h 59685"/>
                <a:gd name="csX21" fmla="*/ 8257 w 60396"/>
                <a:gd name="csY21" fmla="*/ 16897 h 59685"/>
                <a:gd name="csX22" fmla="*/ 4941 w 60396"/>
                <a:gd name="csY22" fmla="*/ 29875 h 59685"/>
                <a:gd name="csX23" fmla="*/ 8257 w 60396"/>
                <a:gd name="csY23" fmla="*/ 42789 h 59685"/>
                <a:gd name="csX24" fmla="*/ 17293 w 60396"/>
                <a:gd name="csY24" fmla="*/ 51783 h 59685"/>
                <a:gd name="csX25" fmla="*/ 30166 w 60396"/>
                <a:gd name="csY25" fmla="*/ 55060 h 59685"/>
                <a:gd name="csX26" fmla="*/ 30036 w 60396"/>
                <a:gd name="csY26" fmla="*/ 48378 h 59685"/>
                <a:gd name="csX27" fmla="*/ 18268 w 60396"/>
                <a:gd name="csY27" fmla="*/ 43559 h 59685"/>
                <a:gd name="csX28" fmla="*/ 13457 w 60396"/>
                <a:gd name="csY28" fmla="*/ 29875 h 59685"/>
                <a:gd name="csX29" fmla="*/ 15733 w 60396"/>
                <a:gd name="csY29" fmla="*/ 19788 h 59685"/>
                <a:gd name="csX30" fmla="*/ 21779 w 60396"/>
                <a:gd name="csY30" fmla="*/ 13492 h 59685"/>
                <a:gd name="csX31" fmla="*/ 29971 w 60396"/>
                <a:gd name="csY31" fmla="*/ 11307 h 59685"/>
                <a:gd name="csX32" fmla="*/ 40307 w 60396"/>
                <a:gd name="csY32" fmla="*/ 14520 h 59685"/>
                <a:gd name="csX33" fmla="*/ 45118 w 60396"/>
                <a:gd name="csY33" fmla="*/ 23065 h 59685"/>
                <a:gd name="csX34" fmla="*/ 39917 w 60396"/>
                <a:gd name="csY34" fmla="*/ 23065 h 59685"/>
                <a:gd name="csX35" fmla="*/ 36342 w 60396"/>
                <a:gd name="csY35" fmla="*/ 17925 h 59685"/>
                <a:gd name="csX36" fmla="*/ 29971 w 60396"/>
                <a:gd name="csY36" fmla="*/ 16062 h 59685"/>
                <a:gd name="csX37" fmla="*/ 22039 w 60396"/>
                <a:gd name="csY37" fmla="*/ 19403 h 59685"/>
                <a:gd name="csX38" fmla="*/ 18593 w 60396"/>
                <a:gd name="csY38" fmla="*/ 29811 h 59685"/>
                <a:gd name="csX39" fmla="*/ 22039 w 60396"/>
                <a:gd name="csY39" fmla="*/ 40283 h 59685"/>
                <a:gd name="csX40" fmla="*/ 29971 w 60396"/>
                <a:gd name="csY40" fmla="*/ 43688 h 59685"/>
                <a:gd name="csX41" fmla="*/ 36797 w 60396"/>
                <a:gd name="csY41" fmla="*/ 41761 h 59685"/>
                <a:gd name="csX42" fmla="*/ 40177 w 60396"/>
                <a:gd name="csY42" fmla="*/ 36621 h 59685"/>
                <a:gd name="csX43" fmla="*/ 45183 w 60396"/>
                <a:gd name="csY43" fmla="*/ 36621 h 59685"/>
                <a:gd name="csX44" fmla="*/ 40047 w 60396"/>
                <a:gd name="csY44" fmla="*/ 45230 h 59685"/>
                <a:gd name="csX45" fmla="*/ 30036 w 60396"/>
                <a:gd name="csY45" fmla="*/ 48314 h 59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60396" h="59685">
                  <a:moveTo>
                    <a:pt x="30166" y="59686"/>
                  </a:moveTo>
                  <a:cubicBezTo>
                    <a:pt x="24510" y="59686"/>
                    <a:pt x="19374" y="58401"/>
                    <a:pt x="14758" y="55766"/>
                  </a:cubicBezTo>
                  <a:cubicBezTo>
                    <a:pt x="10207" y="53132"/>
                    <a:pt x="6566" y="49599"/>
                    <a:pt x="3966" y="45101"/>
                  </a:cubicBezTo>
                  <a:cubicBezTo>
                    <a:pt x="1300" y="40604"/>
                    <a:pt x="0" y="35529"/>
                    <a:pt x="0" y="29875"/>
                  </a:cubicBezTo>
                  <a:cubicBezTo>
                    <a:pt x="0" y="24221"/>
                    <a:pt x="1300" y="19081"/>
                    <a:pt x="3966" y="14584"/>
                  </a:cubicBezTo>
                  <a:cubicBezTo>
                    <a:pt x="6631" y="10087"/>
                    <a:pt x="10207" y="6553"/>
                    <a:pt x="14758" y="3919"/>
                  </a:cubicBezTo>
                  <a:cubicBezTo>
                    <a:pt x="19309" y="1285"/>
                    <a:pt x="24444" y="0"/>
                    <a:pt x="30166" y="0"/>
                  </a:cubicBezTo>
                  <a:cubicBezTo>
                    <a:pt x="35887" y="0"/>
                    <a:pt x="41088" y="1285"/>
                    <a:pt x="45638" y="3919"/>
                  </a:cubicBezTo>
                  <a:cubicBezTo>
                    <a:pt x="50189" y="6553"/>
                    <a:pt x="53765" y="10087"/>
                    <a:pt x="56430" y="14584"/>
                  </a:cubicBezTo>
                  <a:cubicBezTo>
                    <a:pt x="59096" y="19081"/>
                    <a:pt x="60396" y="24157"/>
                    <a:pt x="60396" y="29875"/>
                  </a:cubicBezTo>
                  <a:cubicBezTo>
                    <a:pt x="60396" y="35593"/>
                    <a:pt x="59096" y="40540"/>
                    <a:pt x="56430" y="45101"/>
                  </a:cubicBezTo>
                  <a:cubicBezTo>
                    <a:pt x="53765" y="49599"/>
                    <a:pt x="50189" y="53197"/>
                    <a:pt x="45638" y="55766"/>
                  </a:cubicBezTo>
                  <a:cubicBezTo>
                    <a:pt x="41088" y="58401"/>
                    <a:pt x="35952" y="59686"/>
                    <a:pt x="30166" y="59686"/>
                  </a:cubicBezTo>
                  <a:close/>
                  <a:moveTo>
                    <a:pt x="30166" y="55060"/>
                  </a:moveTo>
                  <a:cubicBezTo>
                    <a:pt x="35041" y="55060"/>
                    <a:pt x="39332" y="53968"/>
                    <a:pt x="43103" y="51783"/>
                  </a:cubicBezTo>
                  <a:cubicBezTo>
                    <a:pt x="46874" y="49599"/>
                    <a:pt x="49864" y="46579"/>
                    <a:pt x="52075" y="42789"/>
                  </a:cubicBezTo>
                  <a:cubicBezTo>
                    <a:pt x="54285" y="38998"/>
                    <a:pt x="55390" y="34693"/>
                    <a:pt x="55390" y="29875"/>
                  </a:cubicBezTo>
                  <a:cubicBezTo>
                    <a:pt x="55390" y="25056"/>
                    <a:pt x="54285" y="20688"/>
                    <a:pt x="52075" y="16897"/>
                  </a:cubicBezTo>
                  <a:cubicBezTo>
                    <a:pt x="49864" y="13106"/>
                    <a:pt x="46874" y="10151"/>
                    <a:pt x="43103" y="7967"/>
                  </a:cubicBezTo>
                  <a:cubicBezTo>
                    <a:pt x="39332" y="5782"/>
                    <a:pt x="34976" y="4690"/>
                    <a:pt x="30166" y="4690"/>
                  </a:cubicBezTo>
                  <a:cubicBezTo>
                    <a:pt x="25355" y="4690"/>
                    <a:pt x="21064" y="5782"/>
                    <a:pt x="17293" y="7967"/>
                  </a:cubicBezTo>
                  <a:cubicBezTo>
                    <a:pt x="13522" y="10151"/>
                    <a:pt x="10467" y="13171"/>
                    <a:pt x="8257" y="16897"/>
                  </a:cubicBezTo>
                  <a:cubicBezTo>
                    <a:pt x="6046" y="20688"/>
                    <a:pt x="4941" y="24992"/>
                    <a:pt x="4941" y="29875"/>
                  </a:cubicBezTo>
                  <a:cubicBezTo>
                    <a:pt x="4941" y="34758"/>
                    <a:pt x="6046" y="38998"/>
                    <a:pt x="8257" y="42789"/>
                  </a:cubicBezTo>
                  <a:cubicBezTo>
                    <a:pt x="10467" y="46579"/>
                    <a:pt x="13522" y="49599"/>
                    <a:pt x="17293" y="51783"/>
                  </a:cubicBezTo>
                  <a:cubicBezTo>
                    <a:pt x="21129" y="53968"/>
                    <a:pt x="25420" y="55060"/>
                    <a:pt x="30166" y="55060"/>
                  </a:cubicBezTo>
                  <a:close/>
                  <a:moveTo>
                    <a:pt x="30036" y="48378"/>
                  </a:moveTo>
                  <a:cubicBezTo>
                    <a:pt x="25420" y="48378"/>
                    <a:pt x="21454" y="46772"/>
                    <a:pt x="18268" y="43559"/>
                  </a:cubicBezTo>
                  <a:cubicBezTo>
                    <a:pt x="15083" y="40347"/>
                    <a:pt x="13457" y="35786"/>
                    <a:pt x="13457" y="29875"/>
                  </a:cubicBezTo>
                  <a:cubicBezTo>
                    <a:pt x="13457" y="25892"/>
                    <a:pt x="14238" y="22551"/>
                    <a:pt x="15733" y="19788"/>
                  </a:cubicBezTo>
                  <a:cubicBezTo>
                    <a:pt x="17228" y="17025"/>
                    <a:pt x="19244" y="14970"/>
                    <a:pt x="21779" y="13492"/>
                  </a:cubicBezTo>
                  <a:cubicBezTo>
                    <a:pt x="24249" y="12078"/>
                    <a:pt x="27045" y="11307"/>
                    <a:pt x="29971" y="11307"/>
                  </a:cubicBezTo>
                  <a:cubicBezTo>
                    <a:pt x="34326" y="11307"/>
                    <a:pt x="37772" y="12400"/>
                    <a:pt x="40307" y="14520"/>
                  </a:cubicBezTo>
                  <a:cubicBezTo>
                    <a:pt x="42843" y="16640"/>
                    <a:pt x="44468" y="19467"/>
                    <a:pt x="45118" y="23065"/>
                  </a:cubicBezTo>
                  <a:lnTo>
                    <a:pt x="39917" y="23065"/>
                  </a:lnTo>
                  <a:cubicBezTo>
                    <a:pt x="39137" y="20880"/>
                    <a:pt x="37967" y="19146"/>
                    <a:pt x="36342" y="17925"/>
                  </a:cubicBezTo>
                  <a:cubicBezTo>
                    <a:pt x="34716" y="16704"/>
                    <a:pt x="32571" y="16062"/>
                    <a:pt x="29971" y="16062"/>
                  </a:cubicBezTo>
                  <a:cubicBezTo>
                    <a:pt x="26980" y="16062"/>
                    <a:pt x="24379" y="17154"/>
                    <a:pt x="22039" y="19403"/>
                  </a:cubicBezTo>
                  <a:cubicBezTo>
                    <a:pt x="19699" y="21651"/>
                    <a:pt x="18593" y="25121"/>
                    <a:pt x="18593" y="29811"/>
                  </a:cubicBezTo>
                  <a:cubicBezTo>
                    <a:pt x="18593" y="34501"/>
                    <a:pt x="19764" y="38034"/>
                    <a:pt x="22039" y="40283"/>
                  </a:cubicBezTo>
                  <a:cubicBezTo>
                    <a:pt x="24314" y="42532"/>
                    <a:pt x="26980" y="43688"/>
                    <a:pt x="29971" y="43688"/>
                  </a:cubicBezTo>
                  <a:cubicBezTo>
                    <a:pt x="32961" y="43688"/>
                    <a:pt x="35106" y="43046"/>
                    <a:pt x="36797" y="41761"/>
                  </a:cubicBezTo>
                  <a:cubicBezTo>
                    <a:pt x="38487" y="40476"/>
                    <a:pt x="39592" y="38741"/>
                    <a:pt x="40177" y="36621"/>
                  </a:cubicBezTo>
                  <a:lnTo>
                    <a:pt x="45183" y="36621"/>
                  </a:lnTo>
                  <a:cubicBezTo>
                    <a:pt x="44338" y="40347"/>
                    <a:pt x="42648" y="43174"/>
                    <a:pt x="40047" y="45230"/>
                  </a:cubicBezTo>
                  <a:cubicBezTo>
                    <a:pt x="37447" y="47286"/>
                    <a:pt x="34066" y="48314"/>
                    <a:pt x="30036" y="48314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7136DA6-C9EB-48EB-D78B-98C8A47D4985}"/>
                </a:ext>
              </a:extLst>
            </p:cNvPr>
            <p:cNvSpPr/>
            <p:nvPr/>
          </p:nvSpPr>
          <p:spPr>
            <a:xfrm>
              <a:off x="492192" y="6528348"/>
              <a:ext cx="48043" cy="73177"/>
            </a:xfrm>
            <a:custGeom>
              <a:avLst/>
              <a:gdLst>
                <a:gd name="csX0" fmla="*/ 130 w 48043"/>
                <a:gd name="csY0" fmla="*/ 73177 h 73177"/>
                <a:gd name="csX1" fmla="*/ 130 w 48043"/>
                <a:gd name="csY1" fmla="*/ 66367 h 73177"/>
                <a:gd name="csX2" fmla="*/ 19764 w 48043"/>
                <a:gd name="csY2" fmla="*/ 50113 h 73177"/>
                <a:gd name="csX3" fmla="*/ 32701 w 48043"/>
                <a:gd name="csY3" fmla="*/ 35850 h 73177"/>
                <a:gd name="csX4" fmla="*/ 37252 w 48043"/>
                <a:gd name="csY4" fmla="*/ 21780 h 73177"/>
                <a:gd name="csX5" fmla="*/ 33546 w 48043"/>
                <a:gd name="csY5" fmla="*/ 11564 h 73177"/>
                <a:gd name="csX6" fmla="*/ 23599 w 48043"/>
                <a:gd name="csY6" fmla="*/ 7838 h 73177"/>
                <a:gd name="csX7" fmla="*/ 15473 w 48043"/>
                <a:gd name="csY7" fmla="*/ 9894 h 73177"/>
                <a:gd name="csX8" fmla="*/ 10467 w 48043"/>
                <a:gd name="csY8" fmla="*/ 15355 h 73177"/>
                <a:gd name="csX9" fmla="*/ 8777 w 48043"/>
                <a:gd name="csY9" fmla="*/ 22679 h 73177"/>
                <a:gd name="csX10" fmla="*/ 130 w 48043"/>
                <a:gd name="csY10" fmla="*/ 22679 h 73177"/>
                <a:gd name="csX11" fmla="*/ 3316 w 48043"/>
                <a:gd name="csY11" fmla="*/ 10472 h 73177"/>
                <a:gd name="csX12" fmla="*/ 11637 w 48043"/>
                <a:gd name="csY12" fmla="*/ 2698 h 73177"/>
                <a:gd name="csX13" fmla="*/ 23534 w 48043"/>
                <a:gd name="csY13" fmla="*/ 0 h 73177"/>
                <a:gd name="csX14" fmla="*/ 40177 w 48043"/>
                <a:gd name="csY14" fmla="*/ 5846 h 73177"/>
                <a:gd name="csX15" fmla="*/ 46093 w 48043"/>
                <a:gd name="csY15" fmla="*/ 21587 h 73177"/>
                <a:gd name="csX16" fmla="*/ 43298 w 48043"/>
                <a:gd name="csY16" fmla="*/ 33987 h 73177"/>
                <a:gd name="csX17" fmla="*/ 35822 w 48043"/>
                <a:gd name="csY17" fmla="*/ 45358 h 73177"/>
                <a:gd name="csX18" fmla="*/ 25290 w 48043"/>
                <a:gd name="csY18" fmla="*/ 55831 h 73177"/>
                <a:gd name="csX19" fmla="*/ 13522 w 48043"/>
                <a:gd name="csY19" fmla="*/ 65468 h 73177"/>
                <a:gd name="csX20" fmla="*/ 48044 w 48043"/>
                <a:gd name="csY20" fmla="*/ 65468 h 73177"/>
                <a:gd name="csX21" fmla="*/ 48044 w 48043"/>
                <a:gd name="csY21" fmla="*/ 73177 h 73177"/>
                <a:gd name="csX22" fmla="*/ 0 w 48043"/>
                <a:gd name="csY22" fmla="*/ 73177 h 731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8043" h="73177">
                  <a:moveTo>
                    <a:pt x="130" y="73177"/>
                  </a:moveTo>
                  <a:lnTo>
                    <a:pt x="130" y="66367"/>
                  </a:lnTo>
                  <a:cubicBezTo>
                    <a:pt x="7606" y="60456"/>
                    <a:pt x="14173" y="55060"/>
                    <a:pt x="19764" y="50113"/>
                  </a:cubicBezTo>
                  <a:cubicBezTo>
                    <a:pt x="25355" y="45166"/>
                    <a:pt x="29645" y="40411"/>
                    <a:pt x="32701" y="35850"/>
                  </a:cubicBezTo>
                  <a:cubicBezTo>
                    <a:pt x="35757" y="31288"/>
                    <a:pt x="37252" y="26534"/>
                    <a:pt x="37252" y="21780"/>
                  </a:cubicBezTo>
                  <a:cubicBezTo>
                    <a:pt x="37252" y="17475"/>
                    <a:pt x="36017" y="14070"/>
                    <a:pt x="33546" y="11564"/>
                  </a:cubicBezTo>
                  <a:cubicBezTo>
                    <a:pt x="31076" y="9059"/>
                    <a:pt x="27760" y="7838"/>
                    <a:pt x="23599" y="7838"/>
                  </a:cubicBezTo>
                  <a:cubicBezTo>
                    <a:pt x="20414" y="7838"/>
                    <a:pt x="17683" y="8545"/>
                    <a:pt x="15473" y="9894"/>
                  </a:cubicBezTo>
                  <a:cubicBezTo>
                    <a:pt x="13262" y="11243"/>
                    <a:pt x="11572" y="13106"/>
                    <a:pt x="10467" y="15355"/>
                  </a:cubicBezTo>
                  <a:cubicBezTo>
                    <a:pt x="9362" y="17604"/>
                    <a:pt x="8777" y="20045"/>
                    <a:pt x="8777" y="22679"/>
                  </a:cubicBezTo>
                  <a:lnTo>
                    <a:pt x="130" y="22679"/>
                  </a:lnTo>
                  <a:cubicBezTo>
                    <a:pt x="195" y="17925"/>
                    <a:pt x="1235" y="13877"/>
                    <a:pt x="3316" y="10472"/>
                  </a:cubicBezTo>
                  <a:cubicBezTo>
                    <a:pt x="5331" y="7067"/>
                    <a:pt x="8126" y="4497"/>
                    <a:pt x="11637" y="2698"/>
                  </a:cubicBezTo>
                  <a:cubicBezTo>
                    <a:pt x="15148" y="899"/>
                    <a:pt x="19114" y="0"/>
                    <a:pt x="23534" y="0"/>
                  </a:cubicBezTo>
                  <a:cubicBezTo>
                    <a:pt x="30686" y="0"/>
                    <a:pt x="36212" y="1927"/>
                    <a:pt x="40177" y="5846"/>
                  </a:cubicBezTo>
                  <a:cubicBezTo>
                    <a:pt x="44143" y="9766"/>
                    <a:pt x="46093" y="14970"/>
                    <a:pt x="46093" y="21587"/>
                  </a:cubicBezTo>
                  <a:cubicBezTo>
                    <a:pt x="46093" y="25892"/>
                    <a:pt x="45183" y="30068"/>
                    <a:pt x="43298" y="33987"/>
                  </a:cubicBezTo>
                  <a:cubicBezTo>
                    <a:pt x="41413" y="37906"/>
                    <a:pt x="38942" y="41696"/>
                    <a:pt x="35822" y="45358"/>
                  </a:cubicBezTo>
                  <a:cubicBezTo>
                    <a:pt x="32701" y="49021"/>
                    <a:pt x="29190" y="52490"/>
                    <a:pt x="25290" y="55831"/>
                  </a:cubicBezTo>
                  <a:cubicBezTo>
                    <a:pt x="21389" y="59172"/>
                    <a:pt x="17488" y="62384"/>
                    <a:pt x="13522" y="65468"/>
                  </a:cubicBezTo>
                  <a:lnTo>
                    <a:pt x="48044" y="65468"/>
                  </a:lnTo>
                  <a:lnTo>
                    <a:pt x="48044" y="73177"/>
                  </a:lnTo>
                  <a:lnTo>
                    <a:pt x="0" y="73177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15648BA-0863-0ACD-799B-54683B34ACAE}"/>
                </a:ext>
              </a:extLst>
            </p:cNvPr>
            <p:cNvSpPr/>
            <p:nvPr/>
          </p:nvSpPr>
          <p:spPr>
            <a:xfrm>
              <a:off x="550508" y="6528348"/>
              <a:ext cx="55585" cy="74398"/>
            </a:xfrm>
            <a:custGeom>
              <a:avLst/>
              <a:gdLst>
                <a:gd name="csX0" fmla="*/ 27760 w 55585"/>
                <a:gd name="csY0" fmla="*/ 74398 h 74398"/>
                <a:gd name="csX1" fmla="*/ 13262 w 55585"/>
                <a:gd name="csY1" fmla="*/ 69901 h 74398"/>
                <a:gd name="csX2" fmla="*/ 3511 w 55585"/>
                <a:gd name="csY2" fmla="*/ 57051 h 74398"/>
                <a:gd name="csX3" fmla="*/ 0 w 55585"/>
                <a:gd name="csY3" fmla="*/ 37199 h 74398"/>
                <a:gd name="csX4" fmla="*/ 3511 w 55585"/>
                <a:gd name="csY4" fmla="*/ 17347 h 74398"/>
                <a:gd name="csX5" fmla="*/ 13262 w 55585"/>
                <a:gd name="csY5" fmla="*/ 4497 h 74398"/>
                <a:gd name="csX6" fmla="*/ 27760 w 55585"/>
                <a:gd name="csY6" fmla="*/ 0 h 74398"/>
                <a:gd name="csX7" fmla="*/ 42323 w 55585"/>
                <a:gd name="csY7" fmla="*/ 4497 h 74398"/>
                <a:gd name="csX8" fmla="*/ 52075 w 55585"/>
                <a:gd name="csY8" fmla="*/ 17347 h 74398"/>
                <a:gd name="csX9" fmla="*/ 55585 w 55585"/>
                <a:gd name="csY9" fmla="*/ 37199 h 74398"/>
                <a:gd name="csX10" fmla="*/ 52075 w 55585"/>
                <a:gd name="csY10" fmla="*/ 57051 h 74398"/>
                <a:gd name="csX11" fmla="*/ 42323 w 55585"/>
                <a:gd name="csY11" fmla="*/ 69901 h 74398"/>
                <a:gd name="csX12" fmla="*/ 27760 w 55585"/>
                <a:gd name="csY12" fmla="*/ 74398 h 74398"/>
                <a:gd name="csX13" fmla="*/ 8907 w 55585"/>
                <a:gd name="csY13" fmla="*/ 37199 h 74398"/>
                <a:gd name="csX14" fmla="*/ 10402 w 55585"/>
                <a:gd name="csY14" fmla="*/ 49791 h 74398"/>
                <a:gd name="csX15" fmla="*/ 14628 w 55585"/>
                <a:gd name="csY15" fmla="*/ 59172 h 74398"/>
                <a:gd name="csX16" fmla="*/ 34781 w 55585"/>
                <a:gd name="csY16" fmla="*/ 9701 h 74398"/>
                <a:gd name="csX17" fmla="*/ 27695 w 55585"/>
                <a:gd name="csY17" fmla="*/ 7967 h 74398"/>
                <a:gd name="csX18" fmla="*/ 17943 w 55585"/>
                <a:gd name="csY18" fmla="*/ 11500 h 74398"/>
                <a:gd name="csX19" fmla="*/ 11312 w 55585"/>
                <a:gd name="csY19" fmla="*/ 21587 h 74398"/>
                <a:gd name="csX20" fmla="*/ 8907 w 55585"/>
                <a:gd name="csY20" fmla="*/ 37135 h 74398"/>
                <a:gd name="csX21" fmla="*/ 27760 w 55585"/>
                <a:gd name="csY21" fmla="*/ 66496 h 74398"/>
                <a:gd name="csX22" fmla="*/ 37512 w 55585"/>
                <a:gd name="csY22" fmla="*/ 62962 h 74398"/>
                <a:gd name="csX23" fmla="*/ 44143 w 55585"/>
                <a:gd name="csY23" fmla="*/ 52811 h 74398"/>
                <a:gd name="csX24" fmla="*/ 46549 w 55585"/>
                <a:gd name="csY24" fmla="*/ 37199 h 74398"/>
                <a:gd name="csX25" fmla="*/ 45053 w 55585"/>
                <a:gd name="csY25" fmla="*/ 24607 h 74398"/>
                <a:gd name="csX26" fmla="*/ 40828 w 55585"/>
                <a:gd name="csY26" fmla="*/ 15227 h 74398"/>
                <a:gd name="csX27" fmla="*/ 20544 w 55585"/>
                <a:gd name="csY27" fmla="*/ 64761 h 74398"/>
                <a:gd name="csX28" fmla="*/ 27695 w 55585"/>
                <a:gd name="csY28" fmla="*/ 66496 h 74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55585" h="74398">
                  <a:moveTo>
                    <a:pt x="27760" y="74398"/>
                  </a:moveTo>
                  <a:cubicBezTo>
                    <a:pt x="22299" y="74398"/>
                    <a:pt x="17423" y="72856"/>
                    <a:pt x="13262" y="69901"/>
                  </a:cubicBezTo>
                  <a:cubicBezTo>
                    <a:pt x="9037" y="66881"/>
                    <a:pt x="5786" y="62577"/>
                    <a:pt x="3511" y="57051"/>
                  </a:cubicBezTo>
                  <a:cubicBezTo>
                    <a:pt x="1170" y="51526"/>
                    <a:pt x="0" y="44909"/>
                    <a:pt x="0" y="37199"/>
                  </a:cubicBezTo>
                  <a:cubicBezTo>
                    <a:pt x="0" y="29489"/>
                    <a:pt x="1170" y="22936"/>
                    <a:pt x="3511" y="17347"/>
                  </a:cubicBezTo>
                  <a:cubicBezTo>
                    <a:pt x="5851" y="11821"/>
                    <a:pt x="9102" y="7517"/>
                    <a:pt x="13262" y="4497"/>
                  </a:cubicBezTo>
                  <a:cubicBezTo>
                    <a:pt x="17488" y="1478"/>
                    <a:pt x="22299" y="0"/>
                    <a:pt x="27760" y="0"/>
                  </a:cubicBezTo>
                  <a:cubicBezTo>
                    <a:pt x="33221" y="0"/>
                    <a:pt x="38162" y="1478"/>
                    <a:pt x="42323" y="4497"/>
                  </a:cubicBezTo>
                  <a:cubicBezTo>
                    <a:pt x="46484" y="7517"/>
                    <a:pt x="49734" y="11821"/>
                    <a:pt x="52075" y="17347"/>
                  </a:cubicBezTo>
                  <a:cubicBezTo>
                    <a:pt x="54415" y="22872"/>
                    <a:pt x="55585" y="29489"/>
                    <a:pt x="55585" y="37199"/>
                  </a:cubicBezTo>
                  <a:cubicBezTo>
                    <a:pt x="55585" y="44909"/>
                    <a:pt x="54415" y="51462"/>
                    <a:pt x="52075" y="57051"/>
                  </a:cubicBezTo>
                  <a:cubicBezTo>
                    <a:pt x="49734" y="62577"/>
                    <a:pt x="46484" y="66881"/>
                    <a:pt x="42323" y="69901"/>
                  </a:cubicBezTo>
                  <a:cubicBezTo>
                    <a:pt x="38162" y="72920"/>
                    <a:pt x="33286" y="74398"/>
                    <a:pt x="27760" y="74398"/>
                  </a:cubicBezTo>
                  <a:close/>
                  <a:moveTo>
                    <a:pt x="8907" y="37199"/>
                  </a:moveTo>
                  <a:cubicBezTo>
                    <a:pt x="8907" y="41889"/>
                    <a:pt x="9427" y="46065"/>
                    <a:pt x="10402" y="49791"/>
                  </a:cubicBezTo>
                  <a:cubicBezTo>
                    <a:pt x="11377" y="53518"/>
                    <a:pt x="12807" y="56666"/>
                    <a:pt x="14628" y="59172"/>
                  </a:cubicBezTo>
                  <a:lnTo>
                    <a:pt x="34781" y="9701"/>
                  </a:lnTo>
                  <a:cubicBezTo>
                    <a:pt x="32636" y="8545"/>
                    <a:pt x="30296" y="7967"/>
                    <a:pt x="27695" y="7967"/>
                  </a:cubicBezTo>
                  <a:cubicBezTo>
                    <a:pt x="23989" y="7967"/>
                    <a:pt x="20739" y="9123"/>
                    <a:pt x="17943" y="11500"/>
                  </a:cubicBezTo>
                  <a:cubicBezTo>
                    <a:pt x="15148" y="13877"/>
                    <a:pt x="12872" y="17218"/>
                    <a:pt x="11312" y="21587"/>
                  </a:cubicBezTo>
                  <a:cubicBezTo>
                    <a:pt x="9687" y="25956"/>
                    <a:pt x="8907" y="31160"/>
                    <a:pt x="8907" y="37135"/>
                  </a:cubicBezTo>
                  <a:close/>
                  <a:moveTo>
                    <a:pt x="27760" y="66496"/>
                  </a:moveTo>
                  <a:cubicBezTo>
                    <a:pt x="31466" y="66496"/>
                    <a:pt x="34716" y="65339"/>
                    <a:pt x="37512" y="62962"/>
                  </a:cubicBezTo>
                  <a:cubicBezTo>
                    <a:pt x="40372" y="60585"/>
                    <a:pt x="42583" y="57244"/>
                    <a:pt x="44143" y="52811"/>
                  </a:cubicBezTo>
                  <a:cubicBezTo>
                    <a:pt x="45768" y="48442"/>
                    <a:pt x="46549" y="43238"/>
                    <a:pt x="46549" y="37199"/>
                  </a:cubicBezTo>
                  <a:cubicBezTo>
                    <a:pt x="46549" y="32509"/>
                    <a:pt x="46028" y="28333"/>
                    <a:pt x="45053" y="24607"/>
                  </a:cubicBezTo>
                  <a:cubicBezTo>
                    <a:pt x="44078" y="20880"/>
                    <a:pt x="42648" y="17732"/>
                    <a:pt x="40828" y="15227"/>
                  </a:cubicBezTo>
                  <a:lnTo>
                    <a:pt x="20544" y="64761"/>
                  </a:lnTo>
                  <a:cubicBezTo>
                    <a:pt x="22754" y="65917"/>
                    <a:pt x="25160" y="66496"/>
                    <a:pt x="27695" y="66496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64A25BC-0EA6-A67C-5755-4D83099B99D2}"/>
                </a:ext>
              </a:extLst>
            </p:cNvPr>
            <p:cNvSpPr/>
            <p:nvPr/>
          </p:nvSpPr>
          <p:spPr>
            <a:xfrm>
              <a:off x="617015" y="6528348"/>
              <a:ext cx="48043" cy="73177"/>
            </a:xfrm>
            <a:custGeom>
              <a:avLst/>
              <a:gdLst>
                <a:gd name="csX0" fmla="*/ 130 w 48043"/>
                <a:gd name="csY0" fmla="*/ 73177 h 73177"/>
                <a:gd name="csX1" fmla="*/ 130 w 48043"/>
                <a:gd name="csY1" fmla="*/ 66367 h 73177"/>
                <a:gd name="csX2" fmla="*/ 19764 w 48043"/>
                <a:gd name="csY2" fmla="*/ 50113 h 73177"/>
                <a:gd name="csX3" fmla="*/ 32701 w 48043"/>
                <a:gd name="csY3" fmla="*/ 35850 h 73177"/>
                <a:gd name="csX4" fmla="*/ 37252 w 48043"/>
                <a:gd name="csY4" fmla="*/ 21780 h 73177"/>
                <a:gd name="csX5" fmla="*/ 33546 w 48043"/>
                <a:gd name="csY5" fmla="*/ 11564 h 73177"/>
                <a:gd name="csX6" fmla="*/ 23599 w 48043"/>
                <a:gd name="csY6" fmla="*/ 7838 h 73177"/>
                <a:gd name="csX7" fmla="*/ 15473 w 48043"/>
                <a:gd name="csY7" fmla="*/ 9894 h 73177"/>
                <a:gd name="csX8" fmla="*/ 10467 w 48043"/>
                <a:gd name="csY8" fmla="*/ 15355 h 73177"/>
                <a:gd name="csX9" fmla="*/ 8777 w 48043"/>
                <a:gd name="csY9" fmla="*/ 22679 h 73177"/>
                <a:gd name="csX10" fmla="*/ 130 w 48043"/>
                <a:gd name="csY10" fmla="*/ 22679 h 73177"/>
                <a:gd name="csX11" fmla="*/ 3316 w 48043"/>
                <a:gd name="csY11" fmla="*/ 10472 h 73177"/>
                <a:gd name="csX12" fmla="*/ 11637 w 48043"/>
                <a:gd name="csY12" fmla="*/ 2698 h 73177"/>
                <a:gd name="csX13" fmla="*/ 23534 w 48043"/>
                <a:gd name="csY13" fmla="*/ 0 h 73177"/>
                <a:gd name="csX14" fmla="*/ 40177 w 48043"/>
                <a:gd name="csY14" fmla="*/ 5846 h 73177"/>
                <a:gd name="csX15" fmla="*/ 46093 w 48043"/>
                <a:gd name="csY15" fmla="*/ 21587 h 73177"/>
                <a:gd name="csX16" fmla="*/ 43298 w 48043"/>
                <a:gd name="csY16" fmla="*/ 33987 h 73177"/>
                <a:gd name="csX17" fmla="*/ 35822 w 48043"/>
                <a:gd name="csY17" fmla="*/ 45358 h 73177"/>
                <a:gd name="csX18" fmla="*/ 25290 w 48043"/>
                <a:gd name="csY18" fmla="*/ 55831 h 73177"/>
                <a:gd name="csX19" fmla="*/ 13522 w 48043"/>
                <a:gd name="csY19" fmla="*/ 65468 h 73177"/>
                <a:gd name="csX20" fmla="*/ 48044 w 48043"/>
                <a:gd name="csY20" fmla="*/ 65468 h 73177"/>
                <a:gd name="csX21" fmla="*/ 48044 w 48043"/>
                <a:gd name="csY21" fmla="*/ 73177 h 73177"/>
                <a:gd name="csX22" fmla="*/ 0 w 48043"/>
                <a:gd name="csY22" fmla="*/ 73177 h 731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8043" h="73177">
                  <a:moveTo>
                    <a:pt x="130" y="73177"/>
                  </a:moveTo>
                  <a:lnTo>
                    <a:pt x="130" y="66367"/>
                  </a:lnTo>
                  <a:cubicBezTo>
                    <a:pt x="7606" y="60456"/>
                    <a:pt x="14173" y="55060"/>
                    <a:pt x="19764" y="50113"/>
                  </a:cubicBezTo>
                  <a:cubicBezTo>
                    <a:pt x="25355" y="45166"/>
                    <a:pt x="29645" y="40411"/>
                    <a:pt x="32701" y="35850"/>
                  </a:cubicBezTo>
                  <a:cubicBezTo>
                    <a:pt x="35757" y="31288"/>
                    <a:pt x="37252" y="26534"/>
                    <a:pt x="37252" y="21780"/>
                  </a:cubicBezTo>
                  <a:cubicBezTo>
                    <a:pt x="37252" y="17475"/>
                    <a:pt x="36017" y="14070"/>
                    <a:pt x="33546" y="11564"/>
                  </a:cubicBezTo>
                  <a:cubicBezTo>
                    <a:pt x="31076" y="9059"/>
                    <a:pt x="27760" y="7838"/>
                    <a:pt x="23599" y="7838"/>
                  </a:cubicBezTo>
                  <a:cubicBezTo>
                    <a:pt x="20414" y="7838"/>
                    <a:pt x="17683" y="8545"/>
                    <a:pt x="15473" y="9894"/>
                  </a:cubicBezTo>
                  <a:cubicBezTo>
                    <a:pt x="13262" y="11243"/>
                    <a:pt x="11572" y="13106"/>
                    <a:pt x="10467" y="15355"/>
                  </a:cubicBezTo>
                  <a:cubicBezTo>
                    <a:pt x="9362" y="17604"/>
                    <a:pt x="8777" y="20045"/>
                    <a:pt x="8777" y="22679"/>
                  </a:cubicBezTo>
                  <a:lnTo>
                    <a:pt x="130" y="22679"/>
                  </a:lnTo>
                  <a:cubicBezTo>
                    <a:pt x="195" y="17925"/>
                    <a:pt x="1235" y="13877"/>
                    <a:pt x="3316" y="10472"/>
                  </a:cubicBezTo>
                  <a:cubicBezTo>
                    <a:pt x="5331" y="7067"/>
                    <a:pt x="8126" y="4497"/>
                    <a:pt x="11637" y="2698"/>
                  </a:cubicBezTo>
                  <a:cubicBezTo>
                    <a:pt x="15148" y="899"/>
                    <a:pt x="19114" y="0"/>
                    <a:pt x="23534" y="0"/>
                  </a:cubicBezTo>
                  <a:cubicBezTo>
                    <a:pt x="30686" y="0"/>
                    <a:pt x="36212" y="1927"/>
                    <a:pt x="40177" y="5846"/>
                  </a:cubicBezTo>
                  <a:cubicBezTo>
                    <a:pt x="44143" y="9766"/>
                    <a:pt x="46093" y="14970"/>
                    <a:pt x="46093" y="21587"/>
                  </a:cubicBezTo>
                  <a:cubicBezTo>
                    <a:pt x="46093" y="25892"/>
                    <a:pt x="45183" y="30068"/>
                    <a:pt x="43298" y="33987"/>
                  </a:cubicBezTo>
                  <a:cubicBezTo>
                    <a:pt x="41413" y="37906"/>
                    <a:pt x="38942" y="41696"/>
                    <a:pt x="35822" y="45358"/>
                  </a:cubicBezTo>
                  <a:cubicBezTo>
                    <a:pt x="32701" y="49021"/>
                    <a:pt x="29190" y="52490"/>
                    <a:pt x="25290" y="55831"/>
                  </a:cubicBezTo>
                  <a:cubicBezTo>
                    <a:pt x="21389" y="59172"/>
                    <a:pt x="17488" y="62384"/>
                    <a:pt x="13522" y="65468"/>
                  </a:cubicBezTo>
                  <a:lnTo>
                    <a:pt x="48044" y="65468"/>
                  </a:lnTo>
                  <a:lnTo>
                    <a:pt x="48044" y="73177"/>
                  </a:lnTo>
                  <a:lnTo>
                    <a:pt x="0" y="73177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0A444F7-2326-EE74-E3B6-A0F996EE311D}"/>
                </a:ext>
              </a:extLst>
            </p:cNvPr>
            <p:cNvSpPr/>
            <p:nvPr/>
          </p:nvSpPr>
          <p:spPr>
            <a:xfrm>
              <a:off x="677281" y="6528348"/>
              <a:ext cx="51424" cy="74398"/>
            </a:xfrm>
            <a:custGeom>
              <a:avLst/>
              <a:gdLst>
                <a:gd name="csX0" fmla="*/ 27240 w 51424"/>
                <a:gd name="csY0" fmla="*/ 74398 h 74398"/>
                <a:gd name="csX1" fmla="*/ 11702 w 51424"/>
                <a:gd name="csY1" fmla="*/ 69837 h 74398"/>
                <a:gd name="csX2" fmla="*/ 2861 w 51424"/>
                <a:gd name="csY2" fmla="*/ 57501 h 74398"/>
                <a:gd name="csX3" fmla="*/ 0 w 51424"/>
                <a:gd name="csY3" fmla="*/ 39962 h 74398"/>
                <a:gd name="csX4" fmla="*/ 3316 w 51424"/>
                <a:gd name="csY4" fmla="*/ 19146 h 74398"/>
                <a:gd name="csX5" fmla="*/ 12937 w 51424"/>
                <a:gd name="csY5" fmla="*/ 5076 h 74398"/>
                <a:gd name="csX6" fmla="*/ 28085 w 51424"/>
                <a:gd name="csY6" fmla="*/ 0 h 74398"/>
                <a:gd name="csX7" fmla="*/ 39982 w 51424"/>
                <a:gd name="csY7" fmla="*/ 2634 h 74398"/>
                <a:gd name="csX8" fmla="*/ 47784 w 51424"/>
                <a:gd name="csY8" fmla="*/ 9701 h 74398"/>
                <a:gd name="csX9" fmla="*/ 51164 w 51424"/>
                <a:gd name="csY9" fmla="*/ 19724 h 74398"/>
                <a:gd name="csX10" fmla="*/ 42973 w 51424"/>
                <a:gd name="csY10" fmla="*/ 19724 h 74398"/>
                <a:gd name="csX11" fmla="*/ 37967 w 51424"/>
                <a:gd name="csY11" fmla="*/ 11051 h 74398"/>
                <a:gd name="csX12" fmla="*/ 28085 w 51424"/>
                <a:gd name="csY12" fmla="*/ 7838 h 74398"/>
                <a:gd name="csX13" fmla="*/ 18593 w 51424"/>
                <a:gd name="csY13" fmla="*/ 11051 h 74398"/>
                <a:gd name="csX14" fmla="*/ 11507 w 51424"/>
                <a:gd name="csY14" fmla="*/ 21009 h 74398"/>
                <a:gd name="csX15" fmla="*/ 8322 w 51424"/>
                <a:gd name="csY15" fmla="*/ 38099 h 74398"/>
                <a:gd name="csX16" fmla="*/ 8842 w 51424"/>
                <a:gd name="csY16" fmla="*/ 38099 h 74398"/>
                <a:gd name="csX17" fmla="*/ 16253 w 51424"/>
                <a:gd name="csY17" fmla="*/ 30389 h 74398"/>
                <a:gd name="csX18" fmla="*/ 28345 w 51424"/>
                <a:gd name="csY18" fmla="*/ 27112 h 74398"/>
                <a:gd name="csX19" fmla="*/ 40112 w 51424"/>
                <a:gd name="csY19" fmla="*/ 30068 h 74398"/>
                <a:gd name="csX20" fmla="*/ 48369 w 51424"/>
                <a:gd name="csY20" fmla="*/ 38291 h 74398"/>
                <a:gd name="csX21" fmla="*/ 51424 w 51424"/>
                <a:gd name="csY21" fmla="*/ 50241 h 74398"/>
                <a:gd name="csX22" fmla="*/ 48434 w 51424"/>
                <a:gd name="csY22" fmla="*/ 62320 h 74398"/>
                <a:gd name="csX23" fmla="*/ 39982 w 51424"/>
                <a:gd name="csY23" fmla="*/ 71121 h 74398"/>
                <a:gd name="csX24" fmla="*/ 27240 w 51424"/>
                <a:gd name="csY24" fmla="*/ 74398 h 74398"/>
                <a:gd name="csX25" fmla="*/ 26655 w 51424"/>
                <a:gd name="csY25" fmla="*/ 66560 h 74398"/>
                <a:gd name="csX26" fmla="*/ 38227 w 51424"/>
                <a:gd name="csY26" fmla="*/ 62063 h 74398"/>
                <a:gd name="csX27" fmla="*/ 42583 w 51424"/>
                <a:gd name="csY27" fmla="*/ 50755 h 74398"/>
                <a:gd name="csX28" fmla="*/ 38227 w 51424"/>
                <a:gd name="csY28" fmla="*/ 39383 h 74398"/>
                <a:gd name="csX29" fmla="*/ 26655 w 51424"/>
                <a:gd name="csY29" fmla="*/ 34886 h 74398"/>
                <a:gd name="csX30" fmla="*/ 18268 w 51424"/>
                <a:gd name="csY30" fmla="*/ 36942 h 74398"/>
                <a:gd name="csX31" fmla="*/ 12677 w 51424"/>
                <a:gd name="csY31" fmla="*/ 42596 h 74398"/>
                <a:gd name="csX32" fmla="*/ 10662 w 51424"/>
                <a:gd name="csY32" fmla="*/ 50691 h 74398"/>
                <a:gd name="csX33" fmla="*/ 12677 w 51424"/>
                <a:gd name="csY33" fmla="*/ 58786 h 74398"/>
                <a:gd name="csX34" fmla="*/ 18268 w 51424"/>
                <a:gd name="csY34" fmla="*/ 64440 h 74398"/>
                <a:gd name="csX35" fmla="*/ 26655 w 51424"/>
                <a:gd name="csY35" fmla="*/ 66496 h 74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51424" h="74398">
                  <a:moveTo>
                    <a:pt x="27240" y="74398"/>
                  </a:moveTo>
                  <a:cubicBezTo>
                    <a:pt x="20869" y="74398"/>
                    <a:pt x="15668" y="72856"/>
                    <a:pt x="11702" y="69837"/>
                  </a:cubicBezTo>
                  <a:cubicBezTo>
                    <a:pt x="7736" y="66817"/>
                    <a:pt x="4746" y="62641"/>
                    <a:pt x="2861" y="57501"/>
                  </a:cubicBezTo>
                  <a:cubicBezTo>
                    <a:pt x="975" y="52361"/>
                    <a:pt x="0" y="46515"/>
                    <a:pt x="0" y="39962"/>
                  </a:cubicBezTo>
                  <a:cubicBezTo>
                    <a:pt x="0" y="32059"/>
                    <a:pt x="1105" y="25121"/>
                    <a:pt x="3316" y="19146"/>
                  </a:cubicBezTo>
                  <a:cubicBezTo>
                    <a:pt x="5526" y="13171"/>
                    <a:pt x="8712" y="8481"/>
                    <a:pt x="12937" y="5076"/>
                  </a:cubicBezTo>
                  <a:cubicBezTo>
                    <a:pt x="17163" y="1670"/>
                    <a:pt x="22169" y="0"/>
                    <a:pt x="28085" y="0"/>
                  </a:cubicBezTo>
                  <a:cubicBezTo>
                    <a:pt x="32701" y="0"/>
                    <a:pt x="36732" y="899"/>
                    <a:pt x="39982" y="2634"/>
                  </a:cubicBezTo>
                  <a:cubicBezTo>
                    <a:pt x="43298" y="4369"/>
                    <a:pt x="45898" y="6746"/>
                    <a:pt x="47784" y="9701"/>
                  </a:cubicBezTo>
                  <a:cubicBezTo>
                    <a:pt x="49669" y="12657"/>
                    <a:pt x="50839" y="15998"/>
                    <a:pt x="51164" y="19724"/>
                  </a:cubicBezTo>
                  <a:lnTo>
                    <a:pt x="42973" y="19724"/>
                  </a:lnTo>
                  <a:cubicBezTo>
                    <a:pt x="42258" y="16126"/>
                    <a:pt x="40632" y="13171"/>
                    <a:pt x="37967" y="11051"/>
                  </a:cubicBezTo>
                  <a:cubicBezTo>
                    <a:pt x="35301" y="8930"/>
                    <a:pt x="32051" y="7838"/>
                    <a:pt x="28085" y="7838"/>
                  </a:cubicBezTo>
                  <a:cubicBezTo>
                    <a:pt x="24640" y="7838"/>
                    <a:pt x="21454" y="8930"/>
                    <a:pt x="18593" y="11051"/>
                  </a:cubicBezTo>
                  <a:cubicBezTo>
                    <a:pt x="15733" y="13235"/>
                    <a:pt x="13327" y="16511"/>
                    <a:pt x="11507" y="21009"/>
                  </a:cubicBezTo>
                  <a:cubicBezTo>
                    <a:pt x="9687" y="25506"/>
                    <a:pt x="8582" y="31224"/>
                    <a:pt x="8322" y="38099"/>
                  </a:cubicBezTo>
                  <a:lnTo>
                    <a:pt x="8842" y="38099"/>
                  </a:lnTo>
                  <a:cubicBezTo>
                    <a:pt x="10467" y="35143"/>
                    <a:pt x="12872" y="32573"/>
                    <a:pt x="16253" y="30389"/>
                  </a:cubicBezTo>
                  <a:cubicBezTo>
                    <a:pt x="19569" y="28204"/>
                    <a:pt x="23599" y="27112"/>
                    <a:pt x="28345" y="27112"/>
                  </a:cubicBezTo>
                  <a:cubicBezTo>
                    <a:pt x="32701" y="27112"/>
                    <a:pt x="36602" y="28076"/>
                    <a:pt x="40112" y="30068"/>
                  </a:cubicBezTo>
                  <a:cubicBezTo>
                    <a:pt x="43558" y="32059"/>
                    <a:pt x="46353" y="34822"/>
                    <a:pt x="48369" y="38291"/>
                  </a:cubicBezTo>
                  <a:cubicBezTo>
                    <a:pt x="50384" y="41761"/>
                    <a:pt x="51424" y="45744"/>
                    <a:pt x="51424" y="50241"/>
                  </a:cubicBezTo>
                  <a:cubicBezTo>
                    <a:pt x="51424" y="54738"/>
                    <a:pt x="50449" y="58658"/>
                    <a:pt x="48434" y="62320"/>
                  </a:cubicBezTo>
                  <a:cubicBezTo>
                    <a:pt x="46484" y="65982"/>
                    <a:pt x="43623" y="68937"/>
                    <a:pt x="39982" y="71121"/>
                  </a:cubicBezTo>
                  <a:cubicBezTo>
                    <a:pt x="36342" y="73306"/>
                    <a:pt x="32116" y="74398"/>
                    <a:pt x="27240" y="74398"/>
                  </a:cubicBezTo>
                  <a:close/>
                  <a:moveTo>
                    <a:pt x="26655" y="66560"/>
                  </a:moveTo>
                  <a:cubicBezTo>
                    <a:pt x="31466" y="66560"/>
                    <a:pt x="35301" y="65082"/>
                    <a:pt x="38227" y="62063"/>
                  </a:cubicBezTo>
                  <a:cubicBezTo>
                    <a:pt x="41153" y="59043"/>
                    <a:pt x="42583" y="55252"/>
                    <a:pt x="42583" y="50755"/>
                  </a:cubicBezTo>
                  <a:cubicBezTo>
                    <a:pt x="42583" y="46258"/>
                    <a:pt x="41153" y="42403"/>
                    <a:pt x="38227" y="39383"/>
                  </a:cubicBezTo>
                  <a:cubicBezTo>
                    <a:pt x="35301" y="36428"/>
                    <a:pt x="31466" y="34886"/>
                    <a:pt x="26655" y="34886"/>
                  </a:cubicBezTo>
                  <a:cubicBezTo>
                    <a:pt x="23469" y="34886"/>
                    <a:pt x="20674" y="35593"/>
                    <a:pt x="18268" y="36942"/>
                  </a:cubicBezTo>
                  <a:cubicBezTo>
                    <a:pt x="15863" y="38291"/>
                    <a:pt x="13978" y="40219"/>
                    <a:pt x="12677" y="42596"/>
                  </a:cubicBezTo>
                  <a:cubicBezTo>
                    <a:pt x="11377" y="44973"/>
                    <a:pt x="10662" y="47671"/>
                    <a:pt x="10662" y="50691"/>
                  </a:cubicBezTo>
                  <a:cubicBezTo>
                    <a:pt x="10662" y="53711"/>
                    <a:pt x="11312" y="56409"/>
                    <a:pt x="12677" y="58786"/>
                  </a:cubicBezTo>
                  <a:cubicBezTo>
                    <a:pt x="14043" y="61163"/>
                    <a:pt x="15928" y="63091"/>
                    <a:pt x="18268" y="64440"/>
                  </a:cubicBezTo>
                  <a:cubicBezTo>
                    <a:pt x="20674" y="65789"/>
                    <a:pt x="23469" y="66496"/>
                    <a:pt x="26655" y="66496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D85E43E-1D6D-B4DB-4053-74FF53F1AD2C}"/>
                </a:ext>
              </a:extLst>
            </p:cNvPr>
            <p:cNvSpPr/>
            <p:nvPr/>
          </p:nvSpPr>
          <p:spPr>
            <a:xfrm>
              <a:off x="800088" y="6529569"/>
              <a:ext cx="55585" cy="71956"/>
            </a:xfrm>
            <a:custGeom>
              <a:avLst/>
              <a:gdLst>
                <a:gd name="csX0" fmla="*/ 65 w 55585"/>
                <a:gd name="csY0" fmla="*/ 71957 h 71956"/>
                <a:gd name="csX1" fmla="*/ 22819 w 55585"/>
                <a:gd name="csY1" fmla="*/ 0 h 71956"/>
                <a:gd name="csX2" fmla="*/ 32896 w 55585"/>
                <a:gd name="csY2" fmla="*/ 0 h 71956"/>
                <a:gd name="csX3" fmla="*/ 55585 w 55585"/>
                <a:gd name="csY3" fmla="*/ 71957 h 71956"/>
                <a:gd name="csX4" fmla="*/ 46028 w 55585"/>
                <a:gd name="csY4" fmla="*/ 71957 h 71956"/>
                <a:gd name="csX5" fmla="*/ 40697 w 55585"/>
                <a:gd name="csY5" fmla="*/ 54096 h 71956"/>
                <a:gd name="csX6" fmla="*/ 14888 w 55585"/>
                <a:gd name="csY6" fmla="*/ 54096 h 71956"/>
                <a:gd name="csX7" fmla="*/ 9557 w 55585"/>
                <a:gd name="csY7" fmla="*/ 71957 h 71956"/>
                <a:gd name="csX8" fmla="*/ 0 w 55585"/>
                <a:gd name="csY8" fmla="*/ 71957 h 71956"/>
                <a:gd name="csX9" fmla="*/ 27630 w 55585"/>
                <a:gd name="csY9" fmla="*/ 12143 h 71956"/>
                <a:gd name="csX10" fmla="*/ 17098 w 55585"/>
                <a:gd name="csY10" fmla="*/ 46900 h 71956"/>
                <a:gd name="csX11" fmla="*/ 38552 w 55585"/>
                <a:gd name="csY11" fmla="*/ 46900 h 71956"/>
                <a:gd name="csX12" fmla="*/ 28020 w 55585"/>
                <a:gd name="csY12" fmla="*/ 12143 h 71956"/>
                <a:gd name="csX13" fmla="*/ 27630 w 55585"/>
                <a:gd name="csY13" fmla="*/ 12143 h 719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55585" h="71956">
                  <a:moveTo>
                    <a:pt x="65" y="71957"/>
                  </a:moveTo>
                  <a:lnTo>
                    <a:pt x="22819" y="0"/>
                  </a:lnTo>
                  <a:lnTo>
                    <a:pt x="32896" y="0"/>
                  </a:lnTo>
                  <a:lnTo>
                    <a:pt x="55585" y="71957"/>
                  </a:lnTo>
                  <a:lnTo>
                    <a:pt x="46028" y="71957"/>
                  </a:lnTo>
                  <a:lnTo>
                    <a:pt x="40697" y="54096"/>
                  </a:lnTo>
                  <a:lnTo>
                    <a:pt x="14888" y="54096"/>
                  </a:lnTo>
                  <a:lnTo>
                    <a:pt x="9557" y="71957"/>
                  </a:lnTo>
                  <a:lnTo>
                    <a:pt x="0" y="71957"/>
                  </a:lnTo>
                  <a:close/>
                  <a:moveTo>
                    <a:pt x="27630" y="12143"/>
                  </a:moveTo>
                  <a:lnTo>
                    <a:pt x="17098" y="46900"/>
                  </a:lnTo>
                  <a:lnTo>
                    <a:pt x="38552" y="46900"/>
                  </a:lnTo>
                  <a:lnTo>
                    <a:pt x="28020" y="12143"/>
                  </a:lnTo>
                  <a:lnTo>
                    <a:pt x="27630" y="1214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75D89CF-C709-255A-8D18-B99619535B77}"/>
                </a:ext>
              </a:extLst>
            </p:cNvPr>
            <p:cNvSpPr/>
            <p:nvPr/>
          </p:nvSpPr>
          <p:spPr>
            <a:xfrm>
              <a:off x="867831" y="6549421"/>
              <a:ext cx="45963" cy="52232"/>
            </a:xfrm>
            <a:custGeom>
              <a:avLst/>
              <a:gdLst>
                <a:gd name="csX0" fmla="*/ 0 w 45963"/>
                <a:gd name="csY0" fmla="*/ 52104 h 52232"/>
                <a:gd name="csX1" fmla="*/ 0 w 45963"/>
                <a:gd name="csY1" fmla="*/ 44716 h 52232"/>
                <a:gd name="csX2" fmla="*/ 13197 w 45963"/>
                <a:gd name="csY2" fmla="*/ 44716 h 52232"/>
                <a:gd name="csX3" fmla="*/ 13197 w 45963"/>
                <a:gd name="csY3" fmla="*/ 11115 h 52232"/>
                <a:gd name="csX4" fmla="*/ 10727 w 45963"/>
                <a:gd name="csY4" fmla="*/ 8545 h 52232"/>
                <a:gd name="csX5" fmla="*/ 1365 w 45963"/>
                <a:gd name="csY5" fmla="*/ 8545 h 52232"/>
                <a:gd name="csX6" fmla="*/ 1365 w 45963"/>
                <a:gd name="csY6" fmla="*/ 1156 h 52232"/>
                <a:gd name="csX7" fmla="*/ 13978 w 45963"/>
                <a:gd name="csY7" fmla="*/ 1156 h 52232"/>
                <a:gd name="csX8" fmla="*/ 19504 w 45963"/>
                <a:gd name="csY8" fmla="*/ 3020 h 52232"/>
                <a:gd name="csX9" fmla="*/ 21584 w 45963"/>
                <a:gd name="csY9" fmla="*/ 8481 h 52232"/>
                <a:gd name="csX10" fmla="*/ 21584 w 45963"/>
                <a:gd name="csY10" fmla="*/ 10665 h 52232"/>
                <a:gd name="csX11" fmla="*/ 21974 w 45963"/>
                <a:gd name="csY11" fmla="*/ 10665 h 52232"/>
                <a:gd name="csX12" fmla="*/ 26720 w 45963"/>
                <a:gd name="csY12" fmla="*/ 2763 h 52232"/>
                <a:gd name="csX13" fmla="*/ 36472 w 45963"/>
                <a:gd name="csY13" fmla="*/ 0 h 52232"/>
                <a:gd name="csX14" fmla="*/ 45963 w 45963"/>
                <a:gd name="csY14" fmla="*/ 0 h 52232"/>
                <a:gd name="csX15" fmla="*/ 45963 w 45963"/>
                <a:gd name="csY15" fmla="*/ 9123 h 52232"/>
                <a:gd name="csX16" fmla="*/ 35236 w 45963"/>
                <a:gd name="csY16" fmla="*/ 9123 h 52232"/>
                <a:gd name="csX17" fmla="*/ 25485 w 45963"/>
                <a:gd name="csY17" fmla="*/ 13299 h 52232"/>
                <a:gd name="csX18" fmla="*/ 22039 w 45963"/>
                <a:gd name="csY18" fmla="*/ 23964 h 52232"/>
                <a:gd name="csX19" fmla="*/ 22039 w 45963"/>
                <a:gd name="csY19" fmla="*/ 44844 h 52232"/>
                <a:gd name="csX20" fmla="*/ 38292 w 45963"/>
                <a:gd name="csY20" fmla="*/ 44844 h 52232"/>
                <a:gd name="csX21" fmla="*/ 38292 w 45963"/>
                <a:gd name="csY21" fmla="*/ 52233 h 52232"/>
                <a:gd name="csX22" fmla="*/ 130 w 45963"/>
                <a:gd name="csY22" fmla="*/ 52233 h 52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5963" h="52232">
                  <a:moveTo>
                    <a:pt x="0" y="52104"/>
                  </a:moveTo>
                  <a:lnTo>
                    <a:pt x="0" y="44716"/>
                  </a:lnTo>
                  <a:lnTo>
                    <a:pt x="13197" y="44716"/>
                  </a:lnTo>
                  <a:lnTo>
                    <a:pt x="13197" y="11115"/>
                  </a:lnTo>
                  <a:cubicBezTo>
                    <a:pt x="13197" y="9380"/>
                    <a:pt x="12352" y="8545"/>
                    <a:pt x="10727" y="8545"/>
                  </a:cubicBezTo>
                  <a:lnTo>
                    <a:pt x="1365" y="8545"/>
                  </a:lnTo>
                  <a:lnTo>
                    <a:pt x="1365" y="1156"/>
                  </a:lnTo>
                  <a:lnTo>
                    <a:pt x="13978" y="1156"/>
                  </a:lnTo>
                  <a:cubicBezTo>
                    <a:pt x="16253" y="1156"/>
                    <a:pt x="18073" y="1799"/>
                    <a:pt x="19504" y="3020"/>
                  </a:cubicBezTo>
                  <a:cubicBezTo>
                    <a:pt x="20869" y="4240"/>
                    <a:pt x="21584" y="6103"/>
                    <a:pt x="21584" y="8481"/>
                  </a:cubicBezTo>
                  <a:lnTo>
                    <a:pt x="21584" y="10665"/>
                  </a:lnTo>
                  <a:lnTo>
                    <a:pt x="21974" y="10665"/>
                  </a:lnTo>
                  <a:cubicBezTo>
                    <a:pt x="22819" y="7260"/>
                    <a:pt x="24379" y="4626"/>
                    <a:pt x="26720" y="2763"/>
                  </a:cubicBezTo>
                  <a:cubicBezTo>
                    <a:pt x="29060" y="899"/>
                    <a:pt x="32311" y="0"/>
                    <a:pt x="36472" y="0"/>
                  </a:cubicBezTo>
                  <a:lnTo>
                    <a:pt x="45963" y="0"/>
                  </a:lnTo>
                  <a:lnTo>
                    <a:pt x="45963" y="9123"/>
                  </a:lnTo>
                  <a:lnTo>
                    <a:pt x="35236" y="9123"/>
                  </a:lnTo>
                  <a:cubicBezTo>
                    <a:pt x="31011" y="9123"/>
                    <a:pt x="27760" y="10537"/>
                    <a:pt x="25485" y="13299"/>
                  </a:cubicBezTo>
                  <a:cubicBezTo>
                    <a:pt x="23209" y="16062"/>
                    <a:pt x="22039" y="19595"/>
                    <a:pt x="22039" y="23964"/>
                  </a:cubicBezTo>
                  <a:lnTo>
                    <a:pt x="22039" y="44844"/>
                  </a:lnTo>
                  <a:lnTo>
                    <a:pt x="38292" y="44844"/>
                  </a:lnTo>
                  <a:lnTo>
                    <a:pt x="38292" y="52233"/>
                  </a:lnTo>
                  <a:lnTo>
                    <a:pt x="130" y="5223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F9DD993-204A-4BC3-08C8-695A81D187F7}"/>
                </a:ext>
              </a:extLst>
            </p:cNvPr>
            <p:cNvSpPr/>
            <p:nvPr/>
          </p:nvSpPr>
          <p:spPr>
            <a:xfrm>
              <a:off x="929852" y="6537535"/>
              <a:ext cx="42387" cy="63990"/>
            </a:xfrm>
            <a:custGeom>
              <a:avLst/>
              <a:gdLst>
                <a:gd name="csX0" fmla="*/ 28280 w 42387"/>
                <a:gd name="csY0" fmla="*/ 63990 h 63990"/>
                <a:gd name="csX1" fmla="*/ 17163 w 42387"/>
                <a:gd name="csY1" fmla="*/ 60585 h 63990"/>
                <a:gd name="csX2" fmla="*/ 13132 w 42387"/>
                <a:gd name="csY2" fmla="*/ 48378 h 63990"/>
                <a:gd name="csX3" fmla="*/ 13132 w 42387"/>
                <a:gd name="csY3" fmla="*/ 20431 h 63990"/>
                <a:gd name="csX4" fmla="*/ 0 w 42387"/>
                <a:gd name="csY4" fmla="*/ 20431 h 63990"/>
                <a:gd name="csX5" fmla="*/ 0 w 42387"/>
                <a:gd name="csY5" fmla="*/ 13042 h 63990"/>
                <a:gd name="csX6" fmla="*/ 7801 w 42387"/>
                <a:gd name="csY6" fmla="*/ 13042 h 63990"/>
                <a:gd name="csX7" fmla="*/ 13913 w 42387"/>
                <a:gd name="csY7" fmla="*/ 7902 h 63990"/>
                <a:gd name="csX8" fmla="*/ 15343 w 42387"/>
                <a:gd name="csY8" fmla="*/ 0 h 63990"/>
                <a:gd name="csX9" fmla="*/ 21779 w 42387"/>
                <a:gd name="csY9" fmla="*/ 0 h 63990"/>
                <a:gd name="csX10" fmla="*/ 21779 w 42387"/>
                <a:gd name="csY10" fmla="*/ 13042 h 63990"/>
                <a:gd name="csX11" fmla="*/ 42388 w 42387"/>
                <a:gd name="csY11" fmla="*/ 13042 h 63990"/>
                <a:gd name="csX12" fmla="*/ 42388 w 42387"/>
                <a:gd name="csY12" fmla="*/ 20431 h 63990"/>
                <a:gd name="csX13" fmla="*/ 21779 w 42387"/>
                <a:gd name="csY13" fmla="*/ 20431 h 63990"/>
                <a:gd name="csX14" fmla="*/ 21779 w 42387"/>
                <a:gd name="csY14" fmla="*/ 48378 h 63990"/>
                <a:gd name="csX15" fmla="*/ 23794 w 42387"/>
                <a:gd name="csY15" fmla="*/ 54417 h 63990"/>
                <a:gd name="csX16" fmla="*/ 30816 w 42387"/>
                <a:gd name="csY16" fmla="*/ 56152 h 63990"/>
                <a:gd name="csX17" fmla="*/ 42388 w 42387"/>
                <a:gd name="csY17" fmla="*/ 56152 h 63990"/>
                <a:gd name="csX18" fmla="*/ 42388 w 42387"/>
                <a:gd name="csY18" fmla="*/ 63990 h 63990"/>
                <a:gd name="csX19" fmla="*/ 28215 w 42387"/>
                <a:gd name="csY19" fmla="*/ 63990 h 63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2387" h="63990">
                  <a:moveTo>
                    <a:pt x="28280" y="63990"/>
                  </a:moveTo>
                  <a:cubicBezTo>
                    <a:pt x="23534" y="63990"/>
                    <a:pt x="19829" y="62834"/>
                    <a:pt x="17163" y="60585"/>
                  </a:cubicBezTo>
                  <a:cubicBezTo>
                    <a:pt x="14433" y="58336"/>
                    <a:pt x="13132" y="54225"/>
                    <a:pt x="13132" y="48378"/>
                  </a:cubicBezTo>
                  <a:lnTo>
                    <a:pt x="13132" y="20431"/>
                  </a:lnTo>
                  <a:lnTo>
                    <a:pt x="0" y="20431"/>
                  </a:lnTo>
                  <a:lnTo>
                    <a:pt x="0" y="13042"/>
                  </a:lnTo>
                  <a:lnTo>
                    <a:pt x="7801" y="13042"/>
                  </a:lnTo>
                  <a:cubicBezTo>
                    <a:pt x="11312" y="13042"/>
                    <a:pt x="13392" y="11307"/>
                    <a:pt x="13913" y="7902"/>
                  </a:cubicBezTo>
                  <a:lnTo>
                    <a:pt x="15343" y="0"/>
                  </a:lnTo>
                  <a:lnTo>
                    <a:pt x="21779" y="0"/>
                  </a:lnTo>
                  <a:lnTo>
                    <a:pt x="21779" y="13042"/>
                  </a:lnTo>
                  <a:lnTo>
                    <a:pt x="42388" y="13042"/>
                  </a:lnTo>
                  <a:lnTo>
                    <a:pt x="42388" y="20431"/>
                  </a:lnTo>
                  <a:lnTo>
                    <a:pt x="21779" y="20431"/>
                  </a:lnTo>
                  <a:lnTo>
                    <a:pt x="21779" y="48378"/>
                  </a:lnTo>
                  <a:cubicBezTo>
                    <a:pt x="21779" y="51269"/>
                    <a:pt x="22429" y="53261"/>
                    <a:pt x="23794" y="54417"/>
                  </a:cubicBezTo>
                  <a:cubicBezTo>
                    <a:pt x="25160" y="55574"/>
                    <a:pt x="27500" y="56152"/>
                    <a:pt x="30816" y="56152"/>
                  </a:cubicBezTo>
                  <a:lnTo>
                    <a:pt x="42388" y="56152"/>
                  </a:lnTo>
                  <a:lnTo>
                    <a:pt x="42388" y="63990"/>
                  </a:lnTo>
                  <a:lnTo>
                    <a:pt x="28215" y="63990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C5036BD-7F84-1AA3-4EF0-DCD7BA554BB3}"/>
                </a:ext>
              </a:extLst>
            </p:cNvPr>
            <p:cNvSpPr/>
            <p:nvPr/>
          </p:nvSpPr>
          <p:spPr>
            <a:xfrm>
              <a:off x="994344" y="6527448"/>
              <a:ext cx="41607" cy="74076"/>
            </a:xfrm>
            <a:custGeom>
              <a:avLst/>
              <a:gdLst>
                <a:gd name="csX0" fmla="*/ 0 w 41607"/>
                <a:gd name="csY0" fmla="*/ 74077 h 74076"/>
                <a:gd name="csX1" fmla="*/ 0 w 41607"/>
                <a:gd name="csY1" fmla="*/ 66688 h 74076"/>
                <a:gd name="csX2" fmla="*/ 16448 w 41607"/>
                <a:gd name="csY2" fmla="*/ 66688 h 74076"/>
                <a:gd name="csX3" fmla="*/ 16448 w 41607"/>
                <a:gd name="csY3" fmla="*/ 33087 h 74076"/>
                <a:gd name="csX4" fmla="*/ 13848 w 41607"/>
                <a:gd name="csY4" fmla="*/ 30517 h 74076"/>
                <a:gd name="csX5" fmla="*/ 1755 w 41607"/>
                <a:gd name="csY5" fmla="*/ 30517 h 74076"/>
                <a:gd name="csX6" fmla="*/ 1755 w 41607"/>
                <a:gd name="csY6" fmla="*/ 23129 h 74076"/>
                <a:gd name="csX7" fmla="*/ 15928 w 41607"/>
                <a:gd name="csY7" fmla="*/ 23129 h 74076"/>
                <a:gd name="csX8" fmla="*/ 25160 w 41607"/>
                <a:gd name="csY8" fmla="*/ 32252 h 74076"/>
                <a:gd name="csX9" fmla="*/ 25160 w 41607"/>
                <a:gd name="csY9" fmla="*/ 66688 h 74076"/>
                <a:gd name="csX10" fmla="*/ 41608 w 41607"/>
                <a:gd name="csY10" fmla="*/ 66688 h 74076"/>
                <a:gd name="csX11" fmla="*/ 41608 w 41607"/>
                <a:gd name="csY11" fmla="*/ 74077 h 74076"/>
                <a:gd name="csX12" fmla="*/ 0 w 41607"/>
                <a:gd name="csY12" fmla="*/ 74077 h 74076"/>
                <a:gd name="csX13" fmla="*/ 20154 w 41607"/>
                <a:gd name="csY13" fmla="*/ 14006 h 74076"/>
                <a:gd name="csX14" fmla="*/ 14953 w 41607"/>
                <a:gd name="csY14" fmla="*/ 11950 h 74076"/>
                <a:gd name="csX15" fmla="*/ 12872 w 41607"/>
                <a:gd name="csY15" fmla="*/ 7003 h 74076"/>
                <a:gd name="csX16" fmla="*/ 14953 w 41607"/>
                <a:gd name="csY16" fmla="*/ 1992 h 74076"/>
                <a:gd name="csX17" fmla="*/ 20154 w 41607"/>
                <a:gd name="csY17" fmla="*/ 0 h 74076"/>
                <a:gd name="csX18" fmla="*/ 25290 w 41607"/>
                <a:gd name="csY18" fmla="*/ 1992 h 74076"/>
                <a:gd name="csX19" fmla="*/ 27435 w 41607"/>
                <a:gd name="csY19" fmla="*/ 7003 h 74076"/>
                <a:gd name="csX20" fmla="*/ 25290 w 41607"/>
                <a:gd name="csY20" fmla="*/ 11950 h 74076"/>
                <a:gd name="csX21" fmla="*/ 20154 w 41607"/>
                <a:gd name="csY21" fmla="*/ 14006 h 74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41607" h="74076">
                  <a:moveTo>
                    <a:pt x="0" y="74077"/>
                  </a:moveTo>
                  <a:lnTo>
                    <a:pt x="0" y="66688"/>
                  </a:lnTo>
                  <a:lnTo>
                    <a:pt x="16448" y="66688"/>
                  </a:lnTo>
                  <a:lnTo>
                    <a:pt x="16448" y="33087"/>
                  </a:lnTo>
                  <a:cubicBezTo>
                    <a:pt x="16448" y="31353"/>
                    <a:pt x="15603" y="30517"/>
                    <a:pt x="13848" y="30517"/>
                  </a:cubicBezTo>
                  <a:lnTo>
                    <a:pt x="1755" y="30517"/>
                  </a:lnTo>
                  <a:lnTo>
                    <a:pt x="1755" y="23129"/>
                  </a:lnTo>
                  <a:lnTo>
                    <a:pt x="15928" y="23129"/>
                  </a:lnTo>
                  <a:cubicBezTo>
                    <a:pt x="22104" y="23129"/>
                    <a:pt x="25160" y="26149"/>
                    <a:pt x="25160" y="32252"/>
                  </a:cubicBezTo>
                  <a:lnTo>
                    <a:pt x="25160" y="66688"/>
                  </a:lnTo>
                  <a:lnTo>
                    <a:pt x="41608" y="66688"/>
                  </a:lnTo>
                  <a:lnTo>
                    <a:pt x="41608" y="74077"/>
                  </a:lnTo>
                  <a:lnTo>
                    <a:pt x="0" y="74077"/>
                  </a:lnTo>
                  <a:close/>
                  <a:moveTo>
                    <a:pt x="20154" y="14006"/>
                  </a:moveTo>
                  <a:cubicBezTo>
                    <a:pt x="18073" y="14006"/>
                    <a:pt x="16318" y="13299"/>
                    <a:pt x="14953" y="11950"/>
                  </a:cubicBezTo>
                  <a:cubicBezTo>
                    <a:pt x="13588" y="10601"/>
                    <a:pt x="12872" y="8930"/>
                    <a:pt x="12872" y="7003"/>
                  </a:cubicBezTo>
                  <a:cubicBezTo>
                    <a:pt x="12872" y="5076"/>
                    <a:pt x="13588" y="3341"/>
                    <a:pt x="14953" y="1992"/>
                  </a:cubicBezTo>
                  <a:cubicBezTo>
                    <a:pt x="16318" y="642"/>
                    <a:pt x="18073" y="0"/>
                    <a:pt x="20154" y="0"/>
                  </a:cubicBezTo>
                  <a:cubicBezTo>
                    <a:pt x="22234" y="0"/>
                    <a:pt x="23859" y="642"/>
                    <a:pt x="25290" y="1992"/>
                  </a:cubicBezTo>
                  <a:cubicBezTo>
                    <a:pt x="26720" y="3341"/>
                    <a:pt x="27435" y="5011"/>
                    <a:pt x="27435" y="7003"/>
                  </a:cubicBezTo>
                  <a:cubicBezTo>
                    <a:pt x="27435" y="8995"/>
                    <a:pt x="26720" y="10537"/>
                    <a:pt x="25290" y="11950"/>
                  </a:cubicBezTo>
                  <a:cubicBezTo>
                    <a:pt x="23859" y="13299"/>
                    <a:pt x="22169" y="14006"/>
                    <a:pt x="20154" y="14006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7EFE33A-85C8-8874-5A63-002F7F4F9392}"/>
                </a:ext>
              </a:extLst>
            </p:cNvPr>
            <p:cNvSpPr/>
            <p:nvPr/>
          </p:nvSpPr>
          <p:spPr>
            <a:xfrm>
              <a:off x="1056950" y="6550513"/>
              <a:ext cx="41217" cy="51012"/>
            </a:xfrm>
            <a:custGeom>
              <a:avLst/>
              <a:gdLst>
                <a:gd name="csX0" fmla="*/ 0 w 41217"/>
                <a:gd name="csY0" fmla="*/ 51012 h 51012"/>
                <a:gd name="csX1" fmla="*/ 0 w 41217"/>
                <a:gd name="csY1" fmla="*/ 43110 h 51012"/>
                <a:gd name="csX2" fmla="*/ 30361 w 41217"/>
                <a:gd name="csY2" fmla="*/ 8031 h 51012"/>
                <a:gd name="csX3" fmla="*/ 520 w 41217"/>
                <a:gd name="csY3" fmla="*/ 8031 h 51012"/>
                <a:gd name="csX4" fmla="*/ 520 w 41217"/>
                <a:gd name="csY4" fmla="*/ 0 h 51012"/>
                <a:gd name="csX5" fmla="*/ 40697 w 41217"/>
                <a:gd name="csY5" fmla="*/ 0 h 51012"/>
                <a:gd name="csX6" fmla="*/ 40697 w 41217"/>
                <a:gd name="csY6" fmla="*/ 7902 h 51012"/>
                <a:gd name="csX7" fmla="*/ 10207 w 41217"/>
                <a:gd name="csY7" fmla="*/ 42981 h 51012"/>
                <a:gd name="csX8" fmla="*/ 41218 w 41217"/>
                <a:gd name="csY8" fmla="*/ 42981 h 51012"/>
                <a:gd name="csX9" fmla="*/ 41218 w 41217"/>
                <a:gd name="csY9" fmla="*/ 51012 h 51012"/>
                <a:gd name="csX10" fmla="*/ 0 w 41217"/>
                <a:gd name="csY10" fmla="*/ 51012 h 51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1217" h="51012">
                  <a:moveTo>
                    <a:pt x="0" y="51012"/>
                  </a:moveTo>
                  <a:lnTo>
                    <a:pt x="0" y="43110"/>
                  </a:lnTo>
                  <a:lnTo>
                    <a:pt x="30361" y="8031"/>
                  </a:lnTo>
                  <a:lnTo>
                    <a:pt x="520" y="8031"/>
                  </a:lnTo>
                  <a:lnTo>
                    <a:pt x="520" y="0"/>
                  </a:lnTo>
                  <a:lnTo>
                    <a:pt x="40697" y="0"/>
                  </a:lnTo>
                  <a:lnTo>
                    <a:pt x="40697" y="7902"/>
                  </a:lnTo>
                  <a:lnTo>
                    <a:pt x="10207" y="42981"/>
                  </a:lnTo>
                  <a:lnTo>
                    <a:pt x="41218" y="42981"/>
                  </a:lnTo>
                  <a:lnTo>
                    <a:pt x="41218" y="51012"/>
                  </a:lnTo>
                  <a:lnTo>
                    <a:pt x="0" y="51012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8CF9C73-5986-8703-B10B-FFCA0CB6CA08}"/>
                </a:ext>
              </a:extLst>
            </p:cNvPr>
            <p:cNvSpPr/>
            <p:nvPr/>
          </p:nvSpPr>
          <p:spPr>
            <a:xfrm>
              <a:off x="1115591" y="6549292"/>
              <a:ext cx="48823" cy="53453"/>
            </a:xfrm>
            <a:custGeom>
              <a:avLst/>
              <a:gdLst>
                <a:gd name="csX0" fmla="*/ 24900 w 48823"/>
                <a:gd name="csY0" fmla="*/ 53454 h 53453"/>
                <a:gd name="csX1" fmla="*/ 12027 w 48823"/>
                <a:gd name="csY1" fmla="*/ 50113 h 53453"/>
                <a:gd name="csX2" fmla="*/ 3251 w 48823"/>
                <a:gd name="csY2" fmla="*/ 40733 h 53453"/>
                <a:gd name="csX3" fmla="*/ 0 w 48823"/>
                <a:gd name="csY3" fmla="*/ 26727 h 53453"/>
                <a:gd name="csX4" fmla="*/ 3186 w 48823"/>
                <a:gd name="csY4" fmla="*/ 12721 h 53453"/>
                <a:gd name="csX5" fmla="*/ 11962 w 48823"/>
                <a:gd name="csY5" fmla="*/ 3341 h 53453"/>
                <a:gd name="csX6" fmla="*/ 25095 w 48823"/>
                <a:gd name="csY6" fmla="*/ 0 h 53453"/>
                <a:gd name="csX7" fmla="*/ 37902 w 48823"/>
                <a:gd name="csY7" fmla="*/ 3341 h 53453"/>
                <a:gd name="csX8" fmla="*/ 46028 w 48823"/>
                <a:gd name="csY8" fmla="*/ 12143 h 53453"/>
                <a:gd name="csX9" fmla="*/ 48824 w 48823"/>
                <a:gd name="csY9" fmla="*/ 23836 h 53453"/>
                <a:gd name="csX10" fmla="*/ 48824 w 48823"/>
                <a:gd name="csY10" fmla="*/ 26084 h 53453"/>
                <a:gd name="csX11" fmla="*/ 48824 w 48823"/>
                <a:gd name="csY11" fmla="*/ 28654 h 53453"/>
                <a:gd name="csX12" fmla="*/ 8777 w 48823"/>
                <a:gd name="csY12" fmla="*/ 28654 h 53453"/>
                <a:gd name="csX13" fmla="*/ 11442 w 48823"/>
                <a:gd name="csY13" fmla="*/ 38034 h 53453"/>
                <a:gd name="csX14" fmla="*/ 17358 w 48823"/>
                <a:gd name="csY14" fmla="*/ 43624 h 53453"/>
                <a:gd name="csX15" fmla="*/ 25030 w 48823"/>
                <a:gd name="csY15" fmla="*/ 45487 h 53453"/>
                <a:gd name="csX16" fmla="*/ 34001 w 48823"/>
                <a:gd name="csY16" fmla="*/ 43110 h 53453"/>
                <a:gd name="csX17" fmla="*/ 38877 w 48823"/>
                <a:gd name="csY17" fmla="*/ 36557 h 53453"/>
                <a:gd name="csX18" fmla="*/ 47524 w 48823"/>
                <a:gd name="csY18" fmla="*/ 36557 h 53453"/>
                <a:gd name="csX19" fmla="*/ 40112 w 48823"/>
                <a:gd name="csY19" fmla="*/ 48507 h 53453"/>
                <a:gd name="csX20" fmla="*/ 25030 w 48823"/>
                <a:gd name="csY20" fmla="*/ 53389 h 53453"/>
                <a:gd name="csX21" fmla="*/ 24900 w 48823"/>
                <a:gd name="csY21" fmla="*/ 7710 h 53453"/>
                <a:gd name="csX22" fmla="*/ 14368 w 48823"/>
                <a:gd name="csY22" fmla="*/ 11307 h 53453"/>
                <a:gd name="csX23" fmla="*/ 8777 w 48823"/>
                <a:gd name="csY23" fmla="*/ 21394 h 53453"/>
                <a:gd name="csX24" fmla="*/ 40177 w 48823"/>
                <a:gd name="csY24" fmla="*/ 21394 h 53453"/>
                <a:gd name="csX25" fmla="*/ 35562 w 48823"/>
                <a:gd name="csY25" fmla="*/ 11372 h 53453"/>
                <a:gd name="csX26" fmla="*/ 24900 w 48823"/>
                <a:gd name="csY26" fmla="*/ 7710 h 53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823" h="53453">
                  <a:moveTo>
                    <a:pt x="24900" y="53454"/>
                  </a:moveTo>
                  <a:cubicBezTo>
                    <a:pt x="20024" y="53454"/>
                    <a:pt x="15733" y="52361"/>
                    <a:pt x="12027" y="50113"/>
                  </a:cubicBezTo>
                  <a:cubicBezTo>
                    <a:pt x="8322" y="47864"/>
                    <a:pt x="5396" y="44780"/>
                    <a:pt x="3251" y="40733"/>
                  </a:cubicBezTo>
                  <a:cubicBezTo>
                    <a:pt x="1105" y="36685"/>
                    <a:pt x="0" y="32059"/>
                    <a:pt x="0" y="26727"/>
                  </a:cubicBezTo>
                  <a:cubicBezTo>
                    <a:pt x="0" y="21394"/>
                    <a:pt x="1040" y="16704"/>
                    <a:pt x="3186" y="12721"/>
                  </a:cubicBezTo>
                  <a:cubicBezTo>
                    <a:pt x="5331" y="8738"/>
                    <a:pt x="8256" y="5589"/>
                    <a:pt x="11962" y="3341"/>
                  </a:cubicBezTo>
                  <a:cubicBezTo>
                    <a:pt x="15733" y="1092"/>
                    <a:pt x="20089" y="0"/>
                    <a:pt x="25095" y="0"/>
                  </a:cubicBezTo>
                  <a:cubicBezTo>
                    <a:pt x="30101" y="0"/>
                    <a:pt x="34326" y="1092"/>
                    <a:pt x="37902" y="3341"/>
                  </a:cubicBezTo>
                  <a:cubicBezTo>
                    <a:pt x="41413" y="5589"/>
                    <a:pt x="44143" y="8481"/>
                    <a:pt x="46028" y="12143"/>
                  </a:cubicBezTo>
                  <a:cubicBezTo>
                    <a:pt x="47914" y="15805"/>
                    <a:pt x="48824" y="19660"/>
                    <a:pt x="48824" y="23836"/>
                  </a:cubicBezTo>
                  <a:cubicBezTo>
                    <a:pt x="48824" y="24607"/>
                    <a:pt x="48824" y="25313"/>
                    <a:pt x="48824" y="26084"/>
                  </a:cubicBezTo>
                  <a:cubicBezTo>
                    <a:pt x="48824" y="26855"/>
                    <a:pt x="48824" y="27690"/>
                    <a:pt x="48824" y="28654"/>
                  </a:cubicBezTo>
                  <a:lnTo>
                    <a:pt x="8777" y="28654"/>
                  </a:lnTo>
                  <a:cubicBezTo>
                    <a:pt x="8972" y="32445"/>
                    <a:pt x="9882" y="35593"/>
                    <a:pt x="11442" y="38034"/>
                  </a:cubicBezTo>
                  <a:cubicBezTo>
                    <a:pt x="13002" y="40540"/>
                    <a:pt x="14953" y="42403"/>
                    <a:pt x="17358" y="43624"/>
                  </a:cubicBezTo>
                  <a:cubicBezTo>
                    <a:pt x="19764" y="44844"/>
                    <a:pt x="22299" y="45487"/>
                    <a:pt x="25030" y="45487"/>
                  </a:cubicBezTo>
                  <a:cubicBezTo>
                    <a:pt x="28865" y="45487"/>
                    <a:pt x="31856" y="44716"/>
                    <a:pt x="34001" y="43110"/>
                  </a:cubicBezTo>
                  <a:cubicBezTo>
                    <a:pt x="36147" y="41504"/>
                    <a:pt x="37772" y="39319"/>
                    <a:pt x="38877" y="36557"/>
                  </a:cubicBezTo>
                  <a:lnTo>
                    <a:pt x="47524" y="36557"/>
                  </a:lnTo>
                  <a:cubicBezTo>
                    <a:pt x="46353" y="41311"/>
                    <a:pt x="43883" y="45294"/>
                    <a:pt x="40112" y="48507"/>
                  </a:cubicBezTo>
                  <a:cubicBezTo>
                    <a:pt x="36342" y="51783"/>
                    <a:pt x="31336" y="53389"/>
                    <a:pt x="25030" y="53389"/>
                  </a:cubicBezTo>
                  <a:close/>
                  <a:moveTo>
                    <a:pt x="24900" y="7710"/>
                  </a:moveTo>
                  <a:cubicBezTo>
                    <a:pt x="20869" y="7710"/>
                    <a:pt x="17358" y="8930"/>
                    <a:pt x="14368" y="11307"/>
                  </a:cubicBezTo>
                  <a:cubicBezTo>
                    <a:pt x="11377" y="13685"/>
                    <a:pt x="9492" y="17090"/>
                    <a:pt x="8777" y="21394"/>
                  </a:cubicBezTo>
                  <a:lnTo>
                    <a:pt x="40177" y="21394"/>
                  </a:lnTo>
                  <a:cubicBezTo>
                    <a:pt x="39917" y="17154"/>
                    <a:pt x="38357" y="13813"/>
                    <a:pt x="35562" y="11372"/>
                  </a:cubicBezTo>
                  <a:cubicBezTo>
                    <a:pt x="32766" y="8930"/>
                    <a:pt x="29190" y="7710"/>
                    <a:pt x="24900" y="7710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60C299B-9722-2B95-72D8-C5B8CA0C30D3}"/>
                </a:ext>
              </a:extLst>
            </p:cNvPr>
            <p:cNvSpPr/>
            <p:nvPr/>
          </p:nvSpPr>
          <p:spPr>
            <a:xfrm>
              <a:off x="1180343" y="6549292"/>
              <a:ext cx="44468" cy="52232"/>
            </a:xfrm>
            <a:custGeom>
              <a:avLst/>
              <a:gdLst>
                <a:gd name="csX0" fmla="*/ 0 w 44468"/>
                <a:gd name="csY0" fmla="*/ 52233 h 52232"/>
                <a:gd name="csX1" fmla="*/ 0 w 44468"/>
                <a:gd name="csY1" fmla="*/ 1221 h 52232"/>
                <a:gd name="csX2" fmla="*/ 7281 w 44468"/>
                <a:gd name="csY2" fmla="*/ 1221 h 52232"/>
                <a:gd name="csX3" fmla="*/ 8192 w 44468"/>
                <a:gd name="csY3" fmla="*/ 8930 h 52232"/>
                <a:gd name="csX4" fmla="*/ 8712 w 44468"/>
                <a:gd name="csY4" fmla="*/ 8930 h 52232"/>
                <a:gd name="csX5" fmla="*/ 15278 w 44468"/>
                <a:gd name="csY5" fmla="*/ 2634 h 52232"/>
                <a:gd name="csX6" fmla="*/ 25550 w 44468"/>
                <a:gd name="csY6" fmla="*/ 0 h 52232"/>
                <a:gd name="csX7" fmla="*/ 39722 w 44468"/>
                <a:gd name="csY7" fmla="*/ 5525 h 52232"/>
                <a:gd name="csX8" fmla="*/ 44468 w 44468"/>
                <a:gd name="csY8" fmla="*/ 21587 h 52232"/>
                <a:gd name="csX9" fmla="*/ 44468 w 44468"/>
                <a:gd name="csY9" fmla="*/ 52233 h 52232"/>
                <a:gd name="csX10" fmla="*/ 35757 w 44468"/>
                <a:gd name="csY10" fmla="*/ 52233 h 52232"/>
                <a:gd name="csX11" fmla="*/ 35757 w 44468"/>
                <a:gd name="csY11" fmla="*/ 22615 h 52232"/>
                <a:gd name="csX12" fmla="*/ 32766 w 44468"/>
                <a:gd name="csY12" fmla="*/ 11950 h 52232"/>
                <a:gd name="csX13" fmla="*/ 23404 w 44468"/>
                <a:gd name="csY13" fmla="*/ 8095 h 52232"/>
                <a:gd name="csX14" fmla="*/ 13002 w 44468"/>
                <a:gd name="csY14" fmla="*/ 12271 h 52232"/>
                <a:gd name="csX15" fmla="*/ 8712 w 44468"/>
                <a:gd name="csY15" fmla="*/ 24221 h 52232"/>
                <a:gd name="csX16" fmla="*/ 8712 w 44468"/>
                <a:gd name="csY16" fmla="*/ 52169 h 52232"/>
                <a:gd name="csX17" fmla="*/ 0 w 44468"/>
                <a:gd name="csY17" fmla="*/ 52169 h 52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4468" h="52232">
                  <a:moveTo>
                    <a:pt x="0" y="52233"/>
                  </a:moveTo>
                  <a:lnTo>
                    <a:pt x="0" y="1221"/>
                  </a:lnTo>
                  <a:lnTo>
                    <a:pt x="7281" y="1221"/>
                  </a:lnTo>
                  <a:lnTo>
                    <a:pt x="8192" y="8930"/>
                  </a:lnTo>
                  <a:lnTo>
                    <a:pt x="8712" y="8930"/>
                  </a:lnTo>
                  <a:cubicBezTo>
                    <a:pt x="10077" y="6489"/>
                    <a:pt x="12287" y="4369"/>
                    <a:pt x="15278" y="2634"/>
                  </a:cubicBezTo>
                  <a:cubicBezTo>
                    <a:pt x="18268" y="899"/>
                    <a:pt x="21714" y="0"/>
                    <a:pt x="25550" y="0"/>
                  </a:cubicBezTo>
                  <a:cubicBezTo>
                    <a:pt x="31856" y="0"/>
                    <a:pt x="36602" y="1863"/>
                    <a:pt x="39722" y="5525"/>
                  </a:cubicBezTo>
                  <a:cubicBezTo>
                    <a:pt x="42908" y="9252"/>
                    <a:pt x="44468" y="14584"/>
                    <a:pt x="44468" y="21587"/>
                  </a:cubicBezTo>
                  <a:lnTo>
                    <a:pt x="44468" y="52233"/>
                  </a:lnTo>
                  <a:lnTo>
                    <a:pt x="35757" y="52233"/>
                  </a:lnTo>
                  <a:lnTo>
                    <a:pt x="35757" y="22615"/>
                  </a:lnTo>
                  <a:cubicBezTo>
                    <a:pt x="35757" y="18118"/>
                    <a:pt x="34781" y="14520"/>
                    <a:pt x="32766" y="11950"/>
                  </a:cubicBezTo>
                  <a:cubicBezTo>
                    <a:pt x="30751" y="9380"/>
                    <a:pt x="27630" y="8095"/>
                    <a:pt x="23404" y="8095"/>
                  </a:cubicBezTo>
                  <a:cubicBezTo>
                    <a:pt x="19179" y="8095"/>
                    <a:pt x="15863" y="9509"/>
                    <a:pt x="13002" y="12271"/>
                  </a:cubicBezTo>
                  <a:cubicBezTo>
                    <a:pt x="10142" y="15034"/>
                    <a:pt x="8712" y="19017"/>
                    <a:pt x="8712" y="24221"/>
                  </a:cubicBezTo>
                  <a:lnTo>
                    <a:pt x="8712" y="52169"/>
                  </a:lnTo>
                  <a:lnTo>
                    <a:pt x="0" y="52169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819DEA8-7597-2BA6-E042-1FBDFD378295}"/>
                </a:ext>
              </a:extLst>
            </p:cNvPr>
            <p:cNvSpPr/>
            <p:nvPr/>
          </p:nvSpPr>
          <p:spPr>
            <a:xfrm>
              <a:off x="1241909" y="6537535"/>
              <a:ext cx="42387" cy="63990"/>
            </a:xfrm>
            <a:custGeom>
              <a:avLst/>
              <a:gdLst>
                <a:gd name="csX0" fmla="*/ 28280 w 42387"/>
                <a:gd name="csY0" fmla="*/ 63990 h 63990"/>
                <a:gd name="csX1" fmla="*/ 17163 w 42387"/>
                <a:gd name="csY1" fmla="*/ 60585 h 63990"/>
                <a:gd name="csX2" fmla="*/ 13132 w 42387"/>
                <a:gd name="csY2" fmla="*/ 48378 h 63990"/>
                <a:gd name="csX3" fmla="*/ 13132 w 42387"/>
                <a:gd name="csY3" fmla="*/ 20431 h 63990"/>
                <a:gd name="csX4" fmla="*/ 0 w 42387"/>
                <a:gd name="csY4" fmla="*/ 20431 h 63990"/>
                <a:gd name="csX5" fmla="*/ 0 w 42387"/>
                <a:gd name="csY5" fmla="*/ 13042 h 63990"/>
                <a:gd name="csX6" fmla="*/ 7802 w 42387"/>
                <a:gd name="csY6" fmla="*/ 13042 h 63990"/>
                <a:gd name="csX7" fmla="*/ 13913 w 42387"/>
                <a:gd name="csY7" fmla="*/ 7902 h 63990"/>
                <a:gd name="csX8" fmla="*/ 15343 w 42387"/>
                <a:gd name="csY8" fmla="*/ 0 h 63990"/>
                <a:gd name="csX9" fmla="*/ 21779 w 42387"/>
                <a:gd name="csY9" fmla="*/ 0 h 63990"/>
                <a:gd name="csX10" fmla="*/ 21779 w 42387"/>
                <a:gd name="csY10" fmla="*/ 13042 h 63990"/>
                <a:gd name="csX11" fmla="*/ 42388 w 42387"/>
                <a:gd name="csY11" fmla="*/ 13042 h 63990"/>
                <a:gd name="csX12" fmla="*/ 42388 w 42387"/>
                <a:gd name="csY12" fmla="*/ 20431 h 63990"/>
                <a:gd name="csX13" fmla="*/ 21779 w 42387"/>
                <a:gd name="csY13" fmla="*/ 20431 h 63990"/>
                <a:gd name="csX14" fmla="*/ 21779 w 42387"/>
                <a:gd name="csY14" fmla="*/ 48378 h 63990"/>
                <a:gd name="csX15" fmla="*/ 23794 w 42387"/>
                <a:gd name="csY15" fmla="*/ 54417 h 63990"/>
                <a:gd name="csX16" fmla="*/ 30816 w 42387"/>
                <a:gd name="csY16" fmla="*/ 56152 h 63990"/>
                <a:gd name="csX17" fmla="*/ 42388 w 42387"/>
                <a:gd name="csY17" fmla="*/ 56152 h 63990"/>
                <a:gd name="csX18" fmla="*/ 42388 w 42387"/>
                <a:gd name="csY18" fmla="*/ 63990 h 63990"/>
                <a:gd name="csX19" fmla="*/ 28215 w 42387"/>
                <a:gd name="csY19" fmla="*/ 63990 h 63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2387" h="63990">
                  <a:moveTo>
                    <a:pt x="28280" y="63990"/>
                  </a:moveTo>
                  <a:cubicBezTo>
                    <a:pt x="23534" y="63990"/>
                    <a:pt x="19829" y="62834"/>
                    <a:pt x="17163" y="60585"/>
                  </a:cubicBezTo>
                  <a:cubicBezTo>
                    <a:pt x="14433" y="58336"/>
                    <a:pt x="13132" y="54225"/>
                    <a:pt x="13132" y="48378"/>
                  </a:cubicBezTo>
                  <a:lnTo>
                    <a:pt x="13132" y="20431"/>
                  </a:lnTo>
                  <a:lnTo>
                    <a:pt x="0" y="20431"/>
                  </a:lnTo>
                  <a:lnTo>
                    <a:pt x="0" y="13042"/>
                  </a:lnTo>
                  <a:lnTo>
                    <a:pt x="7802" y="13042"/>
                  </a:lnTo>
                  <a:cubicBezTo>
                    <a:pt x="11312" y="13042"/>
                    <a:pt x="13393" y="11307"/>
                    <a:pt x="13913" y="7902"/>
                  </a:cubicBezTo>
                  <a:lnTo>
                    <a:pt x="15343" y="0"/>
                  </a:lnTo>
                  <a:lnTo>
                    <a:pt x="21779" y="0"/>
                  </a:lnTo>
                  <a:lnTo>
                    <a:pt x="21779" y="13042"/>
                  </a:lnTo>
                  <a:lnTo>
                    <a:pt x="42388" y="13042"/>
                  </a:lnTo>
                  <a:lnTo>
                    <a:pt x="42388" y="20431"/>
                  </a:lnTo>
                  <a:lnTo>
                    <a:pt x="21779" y="20431"/>
                  </a:lnTo>
                  <a:lnTo>
                    <a:pt x="21779" y="48378"/>
                  </a:lnTo>
                  <a:cubicBezTo>
                    <a:pt x="21779" y="51269"/>
                    <a:pt x="22429" y="53261"/>
                    <a:pt x="23794" y="54417"/>
                  </a:cubicBezTo>
                  <a:cubicBezTo>
                    <a:pt x="25160" y="55574"/>
                    <a:pt x="27500" y="56152"/>
                    <a:pt x="30816" y="56152"/>
                  </a:cubicBezTo>
                  <a:lnTo>
                    <a:pt x="42388" y="56152"/>
                  </a:lnTo>
                  <a:lnTo>
                    <a:pt x="42388" y="63990"/>
                  </a:lnTo>
                  <a:lnTo>
                    <a:pt x="28215" y="63990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FC57781-AF7F-CC9E-5FB5-CD7D5353382C}"/>
                </a:ext>
              </a:extLst>
            </p:cNvPr>
            <p:cNvSpPr/>
            <p:nvPr/>
          </p:nvSpPr>
          <p:spPr>
            <a:xfrm>
              <a:off x="1319404" y="6586748"/>
              <a:ext cx="15602" cy="14969"/>
            </a:xfrm>
            <a:custGeom>
              <a:avLst/>
              <a:gdLst>
                <a:gd name="csX0" fmla="*/ 7801 w 15602"/>
                <a:gd name="csY0" fmla="*/ 14970 h 14969"/>
                <a:gd name="csX1" fmla="*/ 2275 w 15602"/>
                <a:gd name="csY1" fmla="*/ 12785 h 14969"/>
                <a:gd name="csX2" fmla="*/ 0 w 15602"/>
                <a:gd name="csY2" fmla="*/ 7453 h 14969"/>
                <a:gd name="csX3" fmla="*/ 2275 w 15602"/>
                <a:gd name="csY3" fmla="*/ 2184 h 14969"/>
                <a:gd name="csX4" fmla="*/ 7801 w 15602"/>
                <a:gd name="csY4" fmla="*/ 0 h 14969"/>
                <a:gd name="csX5" fmla="*/ 13327 w 15602"/>
                <a:gd name="csY5" fmla="*/ 2184 h 14969"/>
                <a:gd name="csX6" fmla="*/ 15603 w 15602"/>
                <a:gd name="csY6" fmla="*/ 7453 h 14969"/>
                <a:gd name="csX7" fmla="*/ 13327 w 15602"/>
                <a:gd name="csY7" fmla="*/ 12785 h 14969"/>
                <a:gd name="csX8" fmla="*/ 7801 w 15602"/>
                <a:gd name="csY8" fmla="*/ 14970 h 14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602" h="14969">
                  <a:moveTo>
                    <a:pt x="7801" y="14970"/>
                  </a:moveTo>
                  <a:cubicBezTo>
                    <a:pt x="5656" y="14970"/>
                    <a:pt x="3836" y="14263"/>
                    <a:pt x="2275" y="12785"/>
                  </a:cubicBezTo>
                  <a:cubicBezTo>
                    <a:pt x="780" y="11372"/>
                    <a:pt x="0" y="9573"/>
                    <a:pt x="0" y="7453"/>
                  </a:cubicBezTo>
                  <a:cubicBezTo>
                    <a:pt x="0" y="5333"/>
                    <a:pt x="780" y="3662"/>
                    <a:pt x="2275" y="2184"/>
                  </a:cubicBezTo>
                  <a:cubicBezTo>
                    <a:pt x="3771" y="771"/>
                    <a:pt x="5656" y="0"/>
                    <a:pt x="7801" y="0"/>
                  </a:cubicBezTo>
                  <a:cubicBezTo>
                    <a:pt x="9947" y="0"/>
                    <a:pt x="11767" y="707"/>
                    <a:pt x="13327" y="2184"/>
                  </a:cubicBezTo>
                  <a:cubicBezTo>
                    <a:pt x="14823" y="3598"/>
                    <a:pt x="15603" y="5397"/>
                    <a:pt x="15603" y="7453"/>
                  </a:cubicBezTo>
                  <a:cubicBezTo>
                    <a:pt x="15603" y="9509"/>
                    <a:pt x="14823" y="11372"/>
                    <a:pt x="13327" y="12785"/>
                  </a:cubicBezTo>
                  <a:cubicBezTo>
                    <a:pt x="11832" y="14199"/>
                    <a:pt x="9947" y="14970"/>
                    <a:pt x="7801" y="14970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E8CD8CD-84AC-45BC-AC99-D31DD4ABD229}"/>
                </a:ext>
              </a:extLst>
            </p:cNvPr>
            <p:cNvSpPr/>
            <p:nvPr/>
          </p:nvSpPr>
          <p:spPr>
            <a:xfrm>
              <a:off x="1424203" y="6529569"/>
              <a:ext cx="55585" cy="71956"/>
            </a:xfrm>
            <a:custGeom>
              <a:avLst/>
              <a:gdLst>
                <a:gd name="csX0" fmla="*/ 65 w 55585"/>
                <a:gd name="csY0" fmla="*/ 71957 h 71956"/>
                <a:gd name="csX1" fmla="*/ 22819 w 55585"/>
                <a:gd name="csY1" fmla="*/ 0 h 71956"/>
                <a:gd name="csX2" fmla="*/ 32896 w 55585"/>
                <a:gd name="csY2" fmla="*/ 0 h 71956"/>
                <a:gd name="csX3" fmla="*/ 55585 w 55585"/>
                <a:gd name="csY3" fmla="*/ 71957 h 71956"/>
                <a:gd name="csX4" fmla="*/ 46028 w 55585"/>
                <a:gd name="csY4" fmla="*/ 71957 h 71956"/>
                <a:gd name="csX5" fmla="*/ 40697 w 55585"/>
                <a:gd name="csY5" fmla="*/ 54096 h 71956"/>
                <a:gd name="csX6" fmla="*/ 14888 w 55585"/>
                <a:gd name="csY6" fmla="*/ 54096 h 71956"/>
                <a:gd name="csX7" fmla="*/ 9557 w 55585"/>
                <a:gd name="csY7" fmla="*/ 71957 h 71956"/>
                <a:gd name="csX8" fmla="*/ 0 w 55585"/>
                <a:gd name="csY8" fmla="*/ 71957 h 71956"/>
                <a:gd name="csX9" fmla="*/ 27630 w 55585"/>
                <a:gd name="csY9" fmla="*/ 12143 h 71956"/>
                <a:gd name="csX10" fmla="*/ 17098 w 55585"/>
                <a:gd name="csY10" fmla="*/ 46900 h 71956"/>
                <a:gd name="csX11" fmla="*/ 38552 w 55585"/>
                <a:gd name="csY11" fmla="*/ 46900 h 71956"/>
                <a:gd name="csX12" fmla="*/ 28020 w 55585"/>
                <a:gd name="csY12" fmla="*/ 12143 h 71956"/>
                <a:gd name="csX13" fmla="*/ 27630 w 55585"/>
                <a:gd name="csY13" fmla="*/ 12143 h 719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55585" h="71956">
                  <a:moveTo>
                    <a:pt x="65" y="71957"/>
                  </a:moveTo>
                  <a:lnTo>
                    <a:pt x="22819" y="0"/>
                  </a:lnTo>
                  <a:lnTo>
                    <a:pt x="32896" y="0"/>
                  </a:lnTo>
                  <a:lnTo>
                    <a:pt x="55585" y="71957"/>
                  </a:lnTo>
                  <a:lnTo>
                    <a:pt x="46028" y="71957"/>
                  </a:lnTo>
                  <a:lnTo>
                    <a:pt x="40697" y="54096"/>
                  </a:lnTo>
                  <a:lnTo>
                    <a:pt x="14888" y="54096"/>
                  </a:lnTo>
                  <a:lnTo>
                    <a:pt x="9557" y="71957"/>
                  </a:lnTo>
                  <a:lnTo>
                    <a:pt x="0" y="71957"/>
                  </a:lnTo>
                  <a:close/>
                  <a:moveTo>
                    <a:pt x="27630" y="12143"/>
                  </a:moveTo>
                  <a:lnTo>
                    <a:pt x="17098" y="46900"/>
                  </a:lnTo>
                  <a:lnTo>
                    <a:pt x="38552" y="46900"/>
                  </a:lnTo>
                  <a:lnTo>
                    <a:pt x="28020" y="12143"/>
                  </a:lnTo>
                  <a:lnTo>
                    <a:pt x="27630" y="1214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A672491-E96C-0889-DEB3-A3C59FCAE4E7}"/>
                </a:ext>
              </a:extLst>
            </p:cNvPr>
            <p:cNvSpPr/>
            <p:nvPr/>
          </p:nvSpPr>
          <p:spPr>
            <a:xfrm>
              <a:off x="1491035" y="6527513"/>
              <a:ext cx="43883" cy="74012"/>
            </a:xfrm>
            <a:custGeom>
              <a:avLst/>
              <a:gdLst>
                <a:gd name="csX0" fmla="*/ 0 w 43883"/>
                <a:gd name="csY0" fmla="*/ 74013 h 74012"/>
                <a:gd name="csX1" fmla="*/ 0 w 43883"/>
                <a:gd name="csY1" fmla="*/ 66624 h 74012"/>
                <a:gd name="csX2" fmla="*/ 17553 w 43883"/>
                <a:gd name="csY2" fmla="*/ 66624 h 74012"/>
                <a:gd name="csX3" fmla="*/ 17553 w 43883"/>
                <a:gd name="csY3" fmla="*/ 9958 h 74012"/>
                <a:gd name="csX4" fmla="*/ 14953 w 43883"/>
                <a:gd name="csY4" fmla="*/ 7388 h 74012"/>
                <a:gd name="csX5" fmla="*/ 1820 w 43883"/>
                <a:gd name="csY5" fmla="*/ 7388 h 74012"/>
                <a:gd name="csX6" fmla="*/ 1820 w 43883"/>
                <a:gd name="csY6" fmla="*/ 0 h 74012"/>
                <a:gd name="csX7" fmla="*/ 17033 w 43883"/>
                <a:gd name="csY7" fmla="*/ 0 h 74012"/>
                <a:gd name="csX8" fmla="*/ 23924 w 43883"/>
                <a:gd name="csY8" fmla="*/ 2377 h 74012"/>
                <a:gd name="csX9" fmla="*/ 26330 w 43883"/>
                <a:gd name="csY9" fmla="*/ 9187 h 74012"/>
                <a:gd name="csX10" fmla="*/ 26330 w 43883"/>
                <a:gd name="csY10" fmla="*/ 66624 h 74012"/>
                <a:gd name="csX11" fmla="*/ 43883 w 43883"/>
                <a:gd name="csY11" fmla="*/ 66624 h 74012"/>
                <a:gd name="csX12" fmla="*/ 43883 w 43883"/>
                <a:gd name="csY12" fmla="*/ 74013 h 74012"/>
                <a:gd name="csX13" fmla="*/ 0 w 43883"/>
                <a:gd name="csY13" fmla="*/ 74013 h 74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43883" h="74012">
                  <a:moveTo>
                    <a:pt x="0" y="74013"/>
                  </a:moveTo>
                  <a:lnTo>
                    <a:pt x="0" y="66624"/>
                  </a:lnTo>
                  <a:lnTo>
                    <a:pt x="17553" y="66624"/>
                  </a:lnTo>
                  <a:lnTo>
                    <a:pt x="17553" y="9958"/>
                  </a:lnTo>
                  <a:cubicBezTo>
                    <a:pt x="17553" y="8224"/>
                    <a:pt x="16708" y="7388"/>
                    <a:pt x="14953" y="7388"/>
                  </a:cubicBezTo>
                  <a:lnTo>
                    <a:pt x="1820" y="7388"/>
                  </a:lnTo>
                  <a:lnTo>
                    <a:pt x="1820" y="0"/>
                  </a:lnTo>
                  <a:lnTo>
                    <a:pt x="17033" y="0"/>
                  </a:lnTo>
                  <a:cubicBezTo>
                    <a:pt x="20024" y="0"/>
                    <a:pt x="22299" y="771"/>
                    <a:pt x="23924" y="2377"/>
                  </a:cubicBezTo>
                  <a:cubicBezTo>
                    <a:pt x="25550" y="3983"/>
                    <a:pt x="26330" y="6232"/>
                    <a:pt x="26330" y="9187"/>
                  </a:cubicBezTo>
                  <a:lnTo>
                    <a:pt x="26330" y="66624"/>
                  </a:lnTo>
                  <a:lnTo>
                    <a:pt x="43883" y="66624"/>
                  </a:lnTo>
                  <a:lnTo>
                    <a:pt x="43883" y="74013"/>
                  </a:lnTo>
                  <a:lnTo>
                    <a:pt x="0" y="7401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BC251AA-82F0-7C83-EF2F-D16E622169D6}"/>
                </a:ext>
              </a:extLst>
            </p:cNvPr>
            <p:cNvSpPr/>
            <p:nvPr/>
          </p:nvSpPr>
          <p:spPr>
            <a:xfrm>
              <a:off x="1553447" y="6527513"/>
              <a:ext cx="43883" cy="74012"/>
            </a:xfrm>
            <a:custGeom>
              <a:avLst/>
              <a:gdLst>
                <a:gd name="csX0" fmla="*/ 0 w 43883"/>
                <a:gd name="csY0" fmla="*/ 74013 h 74012"/>
                <a:gd name="csX1" fmla="*/ 0 w 43883"/>
                <a:gd name="csY1" fmla="*/ 66624 h 74012"/>
                <a:gd name="csX2" fmla="*/ 17553 w 43883"/>
                <a:gd name="csY2" fmla="*/ 66624 h 74012"/>
                <a:gd name="csX3" fmla="*/ 17553 w 43883"/>
                <a:gd name="csY3" fmla="*/ 9958 h 74012"/>
                <a:gd name="csX4" fmla="*/ 14953 w 43883"/>
                <a:gd name="csY4" fmla="*/ 7388 h 74012"/>
                <a:gd name="csX5" fmla="*/ 1820 w 43883"/>
                <a:gd name="csY5" fmla="*/ 7388 h 74012"/>
                <a:gd name="csX6" fmla="*/ 1820 w 43883"/>
                <a:gd name="csY6" fmla="*/ 0 h 74012"/>
                <a:gd name="csX7" fmla="*/ 17033 w 43883"/>
                <a:gd name="csY7" fmla="*/ 0 h 74012"/>
                <a:gd name="csX8" fmla="*/ 23924 w 43883"/>
                <a:gd name="csY8" fmla="*/ 2377 h 74012"/>
                <a:gd name="csX9" fmla="*/ 26330 w 43883"/>
                <a:gd name="csY9" fmla="*/ 9187 h 74012"/>
                <a:gd name="csX10" fmla="*/ 26330 w 43883"/>
                <a:gd name="csY10" fmla="*/ 66624 h 74012"/>
                <a:gd name="csX11" fmla="*/ 43883 w 43883"/>
                <a:gd name="csY11" fmla="*/ 66624 h 74012"/>
                <a:gd name="csX12" fmla="*/ 43883 w 43883"/>
                <a:gd name="csY12" fmla="*/ 74013 h 74012"/>
                <a:gd name="csX13" fmla="*/ 0 w 43883"/>
                <a:gd name="csY13" fmla="*/ 74013 h 74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43883" h="74012">
                  <a:moveTo>
                    <a:pt x="0" y="74013"/>
                  </a:moveTo>
                  <a:lnTo>
                    <a:pt x="0" y="66624"/>
                  </a:lnTo>
                  <a:lnTo>
                    <a:pt x="17553" y="66624"/>
                  </a:lnTo>
                  <a:lnTo>
                    <a:pt x="17553" y="9958"/>
                  </a:lnTo>
                  <a:cubicBezTo>
                    <a:pt x="17553" y="8224"/>
                    <a:pt x="16708" y="7388"/>
                    <a:pt x="14953" y="7388"/>
                  </a:cubicBezTo>
                  <a:lnTo>
                    <a:pt x="1820" y="7388"/>
                  </a:lnTo>
                  <a:lnTo>
                    <a:pt x="1820" y="0"/>
                  </a:lnTo>
                  <a:lnTo>
                    <a:pt x="17033" y="0"/>
                  </a:lnTo>
                  <a:cubicBezTo>
                    <a:pt x="20024" y="0"/>
                    <a:pt x="22299" y="771"/>
                    <a:pt x="23924" y="2377"/>
                  </a:cubicBezTo>
                  <a:cubicBezTo>
                    <a:pt x="25550" y="3983"/>
                    <a:pt x="26330" y="6232"/>
                    <a:pt x="26330" y="9187"/>
                  </a:cubicBezTo>
                  <a:lnTo>
                    <a:pt x="26330" y="66624"/>
                  </a:lnTo>
                  <a:lnTo>
                    <a:pt x="43883" y="66624"/>
                  </a:lnTo>
                  <a:lnTo>
                    <a:pt x="43883" y="74013"/>
                  </a:lnTo>
                  <a:lnTo>
                    <a:pt x="0" y="7401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1F7CBC3-FC84-B1A9-052E-F436B0166069}"/>
                </a:ext>
              </a:extLst>
            </p:cNvPr>
            <p:cNvSpPr/>
            <p:nvPr/>
          </p:nvSpPr>
          <p:spPr>
            <a:xfrm>
              <a:off x="1679180" y="6549421"/>
              <a:ext cx="45963" cy="52232"/>
            </a:xfrm>
            <a:custGeom>
              <a:avLst/>
              <a:gdLst>
                <a:gd name="csX0" fmla="*/ 0 w 45963"/>
                <a:gd name="csY0" fmla="*/ 52104 h 52232"/>
                <a:gd name="csX1" fmla="*/ 0 w 45963"/>
                <a:gd name="csY1" fmla="*/ 44716 h 52232"/>
                <a:gd name="csX2" fmla="*/ 13197 w 45963"/>
                <a:gd name="csY2" fmla="*/ 44716 h 52232"/>
                <a:gd name="csX3" fmla="*/ 13197 w 45963"/>
                <a:gd name="csY3" fmla="*/ 11115 h 52232"/>
                <a:gd name="csX4" fmla="*/ 10727 w 45963"/>
                <a:gd name="csY4" fmla="*/ 8545 h 52232"/>
                <a:gd name="csX5" fmla="*/ 1365 w 45963"/>
                <a:gd name="csY5" fmla="*/ 8545 h 52232"/>
                <a:gd name="csX6" fmla="*/ 1365 w 45963"/>
                <a:gd name="csY6" fmla="*/ 1156 h 52232"/>
                <a:gd name="csX7" fmla="*/ 13978 w 45963"/>
                <a:gd name="csY7" fmla="*/ 1156 h 52232"/>
                <a:gd name="csX8" fmla="*/ 19504 w 45963"/>
                <a:gd name="csY8" fmla="*/ 3020 h 52232"/>
                <a:gd name="csX9" fmla="*/ 21584 w 45963"/>
                <a:gd name="csY9" fmla="*/ 8481 h 52232"/>
                <a:gd name="csX10" fmla="*/ 21584 w 45963"/>
                <a:gd name="csY10" fmla="*/ 10665 h 52232"/>
                <a:gd name="csX11" fmla="*/ 21974 w 45963"/>
                <a:gd name="csY11" fmla="*/ 10665 h 52232"/>
                <a:gd name="csX12" fmla="*/ 26720 w 45963"/>
                <a:gd name="csY12" fmla="*/ 2763 h 52232"/>
                <a:gd name="csX13" fmla="*/ 36472 w 45963"/>
                <a:gd name="csY13" fmla="*/ 0 h 52232"/>
                <a:gd name="csX14" fmla="*/ 45963 w 45963"/>
                <a:gd name="csY14" fmla="*/ 0 h 52232"/>
                <a:gd name="csX15" fmla="*/ 45963 w 45963"/>
                <a:gd name="csY15" fmla="*/ 9123 h 52232"/>
                <a:gd name="csX16" fmla="*/ 35236 w 45963"/>
                <a:gd name="csY16" fmla="*/ 9123 h 52232"/>
                <a:gd name="csX17" fmla="*/ 25485 w 45963"/>
                <a:gd name="csY17" fmla="*/ 13299 h 52232"/>
                <a:gd name="csX18" fmla="*/ 22039 w 45963"/>
                <a:gd name="csY18" fmla="*/ 23964 h 52232"/>
                <a:gd name="csX19" fmla="*/ 22039 w 45963"/>
                <a:gd name="csY19" fmla="*/ 44844 h 52232"/>
                <a:gd name="csX20" fmla="*/ 38292 w 45963"/>
                <a:gd name="csY20" fmla="*/ 44844 h 52232"/>
                <a:gd name="csX21" fmla="*/ 38292 w 45963"/>
                <a:gd name="csY21" fmla="*/ 52233 h 52232"/>
                <a:gd name="csX22" fmla="*/ 130 w 45963"/>
                <a:gd name="csY22" fmla="*/ 52233 h 52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5963" h="52232">
                  <a:moveTo>
                    <a:pt x="0" y="52104"/>
                  </a:moveTo>
                  <a:lnTo>
                    <a:pt x="0" y="44716"/>
                  </a:lnTo>
                  <a:lnTo>
                    <a:pt x="13197" y="44716"/>
                  </a:lnTo>
                  <a:lnTo>
                    <a:pt x="13197" y="11115"/>
                  </a:lnTo>
                  <a:cubicBezTo>
                    <a:pt x="13197" y="9380"/>
                    <a:pt x="12352" y="8545"/>
                    <a:pt x="10727" y="8545"/>
                  </a:cubicBezTo>
                  <a:lnTo>
                    <a:pt x="1365" y="8545"/>
                  </a:lnTo>
                  <a:lnTo>
                    <a:pt x="1365" y="1156"/>
                  </a:lnTo>
                  <a:lnTo>
                    <a:pt x="13978" y="1156"/>
                  </a:lnTo>
                  <a:cubicBezTo>
                    <a:pt x="16253" y="1156"/>
                    <a:pt x="18073" y="1799"/>
                    <a:pt x="19504" y="3020"/>
                  </a:cubicBezTo>
                  <a:cubicBezTo>
                    <a:pt x="20869" y="4240"/>
                    <a:pt x="21584" y="6103"/>
                    <a:pt x="21584" y="8481"/>
                  </a:cubicBezTo>
                  <a:lnTo>
                    <a:pt x="21584" y="10665"/>
                  </a:lnTo>
                  <a:lnTo>
                    <a:pt x="21974" y="10665"/>
                  </a:lnTo>
                  <a:cubicBezTo>
                    <a:pt x="22819" y="7260"/>
                    <a:pt x="24379" y="4626"/>
                    <a:pt x="26720" y="2763"/>
                  </a:cubicBezTo>
                  <a:cubicBezTo>
                    <a:pt x="29060" y="899"/>
                    <a:pt x="32311" y="0"/>
                    <a:pt x="36472" y="0"/>
                  </a:cubicBezTo>
                  <a:lnTo>
                    <a:pt x="45963" y="0"/>
                  </a:lnTo>
                  <a:lnTo>
                    <a:pt x="45963" y="9123"/>
                  </a:lnTo>
                  <a:lnTo>
                    <a:pt x="35236" y="9123"/>
                  </a:lnTo>
                  <a:cubicBezTo>
                    <a:pt x="31011" y="9123"/>
                    <a:pt x="27760" y="10537"/>
                    <a:pt x="25485" y="13299"/>
                  </a:cubicBezTo>
                  <a:cubicBezTo>
                    <a:pt x="23209" y="16062"/>
                    <a:pt x="22039" y="19595"/>
                    <a:pt x="22039" y="23964"/>
                  </a:cubicBezTo>
                  <a:lnTo>
                    <a:pt x="22039" y="44844"/>
                  </a:lnTo>
                  <a:lnTo>
                    <a:pt x="38292" y="44844"/>
                  </a:lnTo>
                  <a:lnTo>
                    <a:pt x="38292" y="52233"/>
                  </a:lnTo>
                  <a:lnTo>
                    <a:pt x="130" y="5223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42FE2F9-B1FA-31B5-D910-FF969E927FE0}"/>
                </a:ext>
              </a:extLst>
            </p:cNvPr>
            <p:cNvSpPr/>
            <p:nvPr/>
          </p:nvSpPr>
          <p:spPr>
            <a:xfrm>
              <a:off x="1743281" y="6527448"/>
              <a:ext cx="41607" cy="74076"/>
            </a:xfrm>
            <a:custGeom>
              <a:avLst/>
              <a:gdLst>
                <a:gd name="csX0" fmla="*/ 0 w 41607"/>
                <a:gd name="csY0" fmla="*/ 74077 h 74076"/>
                <a:gd name="csX1" fmla="*/ 0 w 41607"/>
                <a:gd name="csY1" fmla="*/ 66688 h 74076"/>
                <a:gd name="csX2" fmla="*/ 16448 w 41607"/>
                <a:gd name="csY2" fmla="*/ 66688 h 74076"/>
                <a:gd name="csX3" fmla="*/ 16448 w 41607"/>
                <a:gd name="csY3" fmla="*/ 33087 h 74076"/>
                <a:gd name="csX4" fmla="*/ 13847 w 41607"/>
                <a:gd name="csY4" fmla="*/ 30517 h 74076"/>
                <a:gd name="csX5" fmla="*/ 1755 w 41607"/>
                <a:gd name="csY5" fmla="*/ 30517 h 74076"/>
                <a:gd name="csX6" fmla="*/ 1755 w 41607"/>
                <a:gd name="csY6" fmla="*/ 23129 h 74076"/>
                <a:gd name="csX7" fmla="*/ 15928 w 41607"/>
                <a:gd name="csY7" fmla="*/ 23129 h 74076"/>
                <a:gd name="csX8" fmla="*/ 25160 w 41607"/>
                <a:gd name="csY8" fmla="*/ 32252 h 74076"/>
                <a:gd name="csX9" fmla="*/ 25160 w 41607"/>
                <a:gd name="csY9" fmla="*/ 66688 h 74076"/>
                <a:gd name="csX10" fmla="*/ 41608 w 41607"/>
                <a:gd name="csY10" fmla="*/ 66688 h 74076"/>
                <a:gd name="csX11" fmla="*/ 41608 w 41607"/>
                <a:gd name="csY11" fmla="*/ 74077 h 74076"/>
                <a:gd name="csX12" fmla="*/ 0 w 41607"/>
                <a:gd name="csY12" fmla="*/ 74077 h 74076"/>
                <a:gd name="csX13" fmla="*/ 20154 w 41607"/>
                <a:gd name="csY13" fmla="*/ 14006 h 74076"/>
                <a:gd name="csX14" fmla="*/ 14953 w 41607"/>
                <a:gd name="csY14" fmla="*/ 11950 h 74076"/>
                <a:gd name="csX15" fmla="*/ 12872 w 41607"/>
                <a:gd name="csY15" fmla="*/ 7003 h 74076"/>
                <a:gd name="csX16" fmla="*/ 14953 w 41607"/>
                <a:gd name="csY16" fmla="*/ 1992 h 74076"/>
                <a:gd name="csX17" fmla="*/ 20154 w 41607"/>
                <a:gd name="csY17" fmla="*/ 0 h 74076"/>
                <a:gd name="csX18" fmla="*/ 25290 w 41607"/>
                <a:gd name="csY18" fmla="*/ 1992 h 74076"/>
                <a:gd name="csX19" fmla="*/ 27435 w 41607"/>
                <a:gd name="csY19" fmla="*/ 7003 h 74076"/>
                <a:gd name="csX20" fmla="*/ 25290 w 41607"/>
                <a:gd name="csY20" fmla="*/ 11950 h 74076"/>
                <a:gd name="csX21" fmla="*/ 20154 w 41607"/>
                <a:gd name="csY21" fmla="*/ 14006 h 74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41607" h="74076">
                  <a:moveTo>
                    <a:pt x="0" y="74077"/>
                  </a:moveTo>
                  <a:lnTo>
                    <a:pt x="0" y="66688"/>
                  </a:lnTo>
                  <a:lnTo>
                    <a:pt x="16448" y="66688"/>
                  </a:lnTo>
                  <a:lnTo>
                    <a:pt x="16448" y="33087"/>
                  </a:lnTo>
                  <a:cubicBezTo>
                    <a:pt x="16448" y="31353"/>
                    <a:pt x="15603" y="30517"/>
                    <a:pt x="13847" y="30517"/>
                  </a:cubicBezTo>
                  <a:lnTo>
                    <a:pt x="1755" y="30517"/>
                  </a:lnTo>
                  <a:lnTo>
                    <a:pt x="1755" y="23129"/>
                  </a:lnTo>
                  <a:lnTo>
                    <a:pt x="15928" y="23129"/>
                  </a:lnTo>
                  <a:cubicBezTo>
                    <a:pt x="22104" y="23129"/>
                    <a:pt x="25160" y="26149"/>
                    <a:pt x="25160" y="32252"/>
                  </a:cubicBezTo>
                  <a:lnTo>
                    <a:pt x="25160" y="66688"/>
                  </a:lnTo>
                  <a:lnTo>
                    <a:pt x="41608" y="66688"/>
                  </a:lnTo>
                  <a:lnTo>
                    <a:pt x="41608" y="74077"/>
                  </a:lnTo>
                  <a:lnTo>
                    <a:pt x="0" y="74077"/>
                  </a:lnTo>
                  <a:close/>
                  <a:moveTo>
                    <a:pt x="20154" y="14006"/>
                  </a:moveTo>
                  <a:cubicBezTo>
                    <a:pt x="18073" y="14006"/>
                    <a:pt x="16318" y="13299"/>
                    <a:pt x="14953" y="11950"/>
                  </a:cubicBezTo>
                  <a:cubicBezTo>
                    <a:pt x="13587" y="10601"/>
                    <a:pt x="12872" y="8930"/>
                    <a:pt x="12872" y="7003"/>
                  </a:cubicBezTo>
                  <a:cubicBezTo>
                    <a:pt x="12872" y="5076"/>
                    <a:pt x="13587" y="3341"/>
                    <a:pt x="14953" y="1992"/>
                  </a:cubicBezTo>
                  <a:cubicBezTo>
                    <a:pt x="16318" y="642"/>
                    <a:pt x="18073" y="0"/>
                    <a:pt x="20154" y="0"/>
                  </a:cubicBezTo>
                  <a:cubicBezTo>
                    <a:pt x="22234" y="0"/>
                    <a:pt x="23859" y="642"/>
                    <a:pt x="25290" y="1992"/>
                  </a:cubicBezTo>
                  <a:cubicBezTo>
                    <a:pt x="26720" y="3341"/>
                    <a:pt x="27435" y="5011"/>
                    <a:pt x="27435" y="7003"/>
                  </a:cubicBezTo>
                  <a:cubicBezTo>
                    <a:pt x="27435" y="8995"/>
                    <a:pt x="26720" y="10537"/>
                    <a:pt x="25290" y="11950"/>
                  </a:cubicBezTo>
                  <a:cubicBezTo>
                    <a:pt x="23859" y="13299"/>
                    <a:pt x="22169" y="14006"/>
                    <a:pt x="20154" y="14006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5CE26EF2-4A57-3AEF-7BDA-E267E773CEBB}"/>
                </a:ext>
              </a:extLst>
            </p:cNvPr>
            <p:cNvSpPr/>
            <p:nvPr/>
          </p:nvSpPr>
          <p:spPr>
            <a:xfrm>
              <a:off x="1801727" y="6549292"/>
              <a:ext cx="50774" cy="76068"/>
            </a:xfrm>
            <a:custGeom>
              <a:avLst/>
              <a:gdLst>
                <a:gd name="csX0" fmla="*/ 23794 w 50774"/>
                <a:gd name="csY0" fmla="*/ 37199 h 76068"/>
                <a:gd name="csX1" fmla="*/ 14108 w 50774"/>
                <a:gd name="csY1" fmla="*/ 35272 h 76068"/>
                <a:gd name="csX2" fmla="*/ 10597 w 50774"/>
                <a:gd name="csY2" fmla="*/ 39512 h 76068"/>
                <a:gd name="csX3" fmla="*/ 10012 w 50774"/>
                <a:gd name="csY3" fmla="*/ 42532 h 76068"/>
                <a:gd name="csX4" fmla="*/ 13002 w 50774"/>
                <a:gd name="csY4" fmla="*/ 44009 h 76068"/>
                <a:gd name="csX5" fmla="*/ 26655 w 50774"/>
                <a:gd name="csY5" fmla="*/ 44009 h 76068"/>
                <a:gd name="csX6" fmla="*/ 41608 w 50774"/>
                <a:gd name="csY6" fmla="*/ 47543 h 76068"/>
                <a:gd name="csX7" fmla="*/ 47329 w 50774"/>
                <a:gd name="csY7" fmla="*/ 58786 h 76068"/>
                <a:gd name="csX8" fmla="*/ 44923 w 50774"/>
                <a:gd name="csY8" fmla="*/ 67331 h 76068"/>
                <a:gd name="csX9" fmla="*/ 37382 w 50774"/>
                <a:gd name="csY9" fmla="*/ 73627 h 76068"/>
                <a:gd name="csX10" fmla="*/ 23924 w 50774"/>
                <a:gd name="csY10" fmla="*/ 76069 h 76068"/>
                <a:gd name="csX11" fmla="*/ 6566 w 50774"/>
                <a:gd name="csY11" fmla="*/ 72085 h 76068"/>
                <a:gd name="csX12" fmla="*/ 0 w 50774"/>
                <a:gd name="csY12" fmla="*/ 59878 h 76068"/>
                <a:gd name="csX13" fmla="*/ 1495 w 50774"/>
                <a:gd name="csY13" fmla="*/ 54353 h 76068"/>
                <a:gd name="csX14" fmla="*/ 5266 w 50774"/>
                <a:gd name="csY14" fmla="*/ 49856 h 76068"/>
                <a:gd name="csX15" fmla="*/ 1560 w 50774"/>
                <a:gd name="csY15" fmla="*/ 44330 h 76068"/>
                <a:gd name="csX16" fmla="*/ 3771 w 50774"/>
                <a:gd name="csY16" fmla="*/ 37006 h 76068"/>
                <a:gd name="csX17" fmla="*/ 8452 w 50774"/>
                <a:gd name="csY17" fmla="*/ 31224 h 76068"/>
                <a:gd name="csX18" fmla="*/ 3446 w 50774"/>
                <a:gd name="csY18" fmla="*/ 18567 h 76068"/>
                <a:gd name="csX19" fmla="*/ 5851 w 50774"/>
                <a:gd name="csY19" fmla="*/ 9380 h 76068"/>
                <a:gd name="csX20" fmla="*/ 12742 w 50774"/>
                <a:gd name="csY20" fmla="*/ 2570 h 76068"/>
                <a:gd name="csX21" fmla="*/ 23729 w 50774"/>
                <a:gd name="csY21" fmla="*/ 0 h 76068"/>
                <a:gd name="csX22" fmla="*/ 31401 w 50774"/>
                <a:gd name="csY22" fmla="*/ 1221 h 76068"/>
                <a:gd name="csX23" fmla="*/ 50774 w 50774"/>
                <a:gd name="csY23" fmla="*/ 1221 h 76068"/>
                <a:gd name="csX24" fmla="*/ 50774 w 50774"/>
                <a:gd name="csY24" fmla="*/ 7710 h 76068"/>
                <a:gd name="csX25" fmla="*/ 41088 w 50774"/>
                <a:gd name="csY25" fmla="*/ 8031 h 76068"/>
                <a:gd name="csX26" fmla="*/ 41088 w 50774"/>
                <a:gd name="csY26" fmla="*/ 8738 h 76068"/>
                <a:gd name="csX27" fmla="*/ 43818 w 50774"/>
                <a:gd name="csY27" fmla="*/ 18632 h 76068"/>
                <a:gd name="csX28" fmla="*/ 41478 w 50774"/>
                <a:gd name="csY28" fmla="*/ 27819 h 76068"/>
                <a:gd name="csX29" fmla="*/ 34586 w 50774"/>
                <a:gd name="csY29" fmla="*/ 34629 h 76068"/>
                <a:gd name="csX30" fmla="*/ 23729 w 50774"/>
                <a:gd name="csY30" fmla="*/ 37199 h 76068"/>
                <a:gd name="csX31" fmla="*/ 8647 w 50774"/>
                <a:gd name="csY31" fmla="*/ 59493 h 76068"/>
                <a:gd name="csX32" fmla="*/ 12937 w 50774"/>
                <a:gd name="csY32" fmla="*/ 66303 h 76068"/>
                <a:gd name="csX33" fmla="*/ 23989 w 50774"/>
                <a:gd name="csY33" fmla="*/ 68552 h 76068"/>
                <a:gd name="csX34" fmla="*/ 34651 w 50774"/>
                <a:gd name="csY34" fmla="*/ 65982 h 76068"/>
                <a:gd name="csX35" fmla="*/ 38747 w 50774"/>
                <a:gd name="csY35" fmla="*/ 59107 h 76068"/>
                <a:gd name="csX36" fmla="*/ 35822 w 50774"/>
                <a:gd name="csY36" fmla="*/ 53389 h 76068"/>
                <a:gd name="csX37" fmla="*/ 25095 w 50774"/>
                <a:gd name="csY37" fmla="*/ 51076 h 76068"/>
                <a:gd name="csX38" fmla="*/ 13327 w 50774"/>
                <a:gd name="csY38" fmla="*/ 51076 h 76068"/>
                <a:gd name="csX39" fmla="*/ 8647 w 50774"/>
                <a:gd name="csY39" fmla="*/ 59493 h 76068"/>
                <a:gd name="csX40" fmla="*/ 23794 w 50774"/>
                <a:gd name="csY40" fmla="*/ 29811 h 76068"/>
                <a:gd name="csX41" fmla="*/ 32181 w 50774"/>
                <a:gd name="csY41" fmla="*/ 26855 h 76068"/>
                <a:gd name="csX42" fmla="*/ 35432 w 50774"/>
                <a:gd name="csY42" fmla="*/ 18632 h 76068"/>
                <a:gd name="csX43" fmla="*/ 32181 w 50774"/>
                <a:gd name="csY43" fmla="*/ 10472 h 76068"/>
                <a:gd name="csX44" fmla="*/ 23794 w 50774"/>
                <a:gd name="csY44" fmla="*/ 7517 h 76068"/>
                <a:gd name="csX45" fmla="*/ 15278 w 50774"/>
                <a:gd name="csY45" fmla="*/ 10472 h 76068"/>
                <a:gd name="csX46" fmla="*/ 11962 w 50774"/>
                <a:gd name="csY46" fmla="*/ 18632 h 76068"/>
                <a:gd name="csX47" fmla="*/ 15278 w 50774"/>
                <a:gd name="csY47" fmla="*/ 26855 h 76068"/>
                <a:gd name="csX48" fmla="*/ 23794 w 50774"/>
                <a:gd name="csY48" fmla="*/ 29811 h 76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50774" h="76068">
                  <a:moveTo>
                    <a:pt x="23794" y="37199"/>
                  </a:moveTo>
                  <a:cubicBezTo>
                    <a:pt x="20219" y="37199"/>
                    <a:pt x="16968" y="36557"/>
                    <a:pt x="14108" y="35272"/>
                  </a:cubicBezTo>
                  <a:lnTo>
                    <a:pt x="10597" y="39512"/>
                  </a:lnTo>
                  <a:cubicBezTo>
                    <a:pt x="9817" y="40540"/>
                    <a:pt x="9622" y="41568"/>
                    <a:pt x="10012" y="42532"/>
                  </a:cubicBezTo>
                  <a:cubicBezTo>
                    <a:pt x="10402" y="43495"/>
                    <a:pt x="11377" y="44009"/>
                    <a:pt x="13002" y="44009"/>
                  </a:cubicBezTo>
                  <a:lnTo>
                    <a:pt x="26655" y="44009"/>
                  </a:lnTo>
                  <a:cubicBezTo>
                    <a:pt x="32831" y="44009"/>
                    <a:pt x="37837" y="45166"/>
                    <a:pt x="41608" y="47543"/>
                  </a:cubicBezTo>
                  <a:cubicBezTo>
                    <a:pt x="45443" y="49920"/>
                    <a:pt x="47329" y="53646"/>
                    <a:pt x="47329" y="58786"/>
                  </a:cubicBezTo>
                  <a:cubicBezTo>
                    <a:pt x="47329" y="61870"/>
                    <a:pt x="46549" y="64697"/>
                    <a:pt x="44923" y="67331"/>
                  </a:cubicBezTo>
                  <a:cubicBezTo>
                    <a:pt x="43298" y="69965"/>
                    <a:pt x="40828" y="72021"/>
                    <a:pt x="37382" y="73627"/>
                  </a:cubicBezTo>
                  <a:cubicBezTo>
                    <a:pt x="33936" y="75233"/>
                    <a:pt x="29450" y="76069"/>
                    <a:pt x="23924" y="76069"/>
                  </a:cubicBezTo>
                  <a:cubicBezTo>
                    <a:pt x="16708" y="76069"/>
                    <a:pt x="10922" y="74719"/>
                    <a:pt x="6566" y="72085"/>
                  </a:cubicBezTo>
                  <a:cubicBezTo>
                    <a:pt x="2210" y="69451"/>
                    <a:pt x="0" y="65339"/>
                    <a:pt x="0" y="59878"/>
                  </a:cubicBezTo>
                  <a:cubicBezTo>
                    <a:pt x="0" y="57887"/>
                    <a:pt x="520" y="56088"/>
                    <a:pt x="1495" y="54353"/>
                  </a:cubicBezTo>
                  <a:cubicBezTo>
                    <a:pt x="2470" y="52683"/>
                    <a:pt x="3771" y="51205"/>
                    <a:pt x="5266" y="49856"/>
                  </a:cubicBezTo>
                  <a:cubicBezTo>
                    <a:pt x="3251" y="48635"/>
                    <a:pt x="2015" y="46772"/>
                    <a:pt x="1560" y="44330"/>
                  </a:cubicBezTo>
                  <a:cubicBezTo>
                    <a:pt x="1105" y="41889"/>
                    <a:pt x="1820" y="39448"/>
                    <a:pt x="3771" y="37006"/>
                  </a:cubicBezTo>
                  <a:lnTo>
                    <a:pt x="8452" y="31224"/>
                  </a:lnTo>
                  <a:cubicBezTo>
                    <a:pt x="5136" y="27819"/>
                    <a:pt x="3446" y="23579"/>
                    <a:pt x="3446" y="18567"/>
                  </a:cubicBezTo>
                  <a:cubicBezTo>
                    <a:pt x="3446" y="15291"/>
                    <a:pt x="4226" y="12207"/>
                    <a:pt x="5851" y="9380"/>
                  </a:cubicBezTo>
                  <a:cubicBezTo>
                    <a:pt x="7476" y="6553"/>
                    <a:pt x="9752" y="4240"/>
                    <a:pt x="12742" y="2570"/>
                  </a:cubicBezTo>
                  <a:cubicBezTo>
                    <a:pt x="15733" y="835"/>
                    <a:pt x="19439" y="0"/>
                    <a:pt x="23729" y="0"/>
                  </a:cubicBezTo>
                  <a:cubicBezTo>
                    <a:pt x="26525" y="0"/>
                    <a:pt x="29060" y="385"/>
                    <a:pt x="31401" y="1221"/>
                  </a:cubicBezTo>
                  <a:lnTo>
                    <a:pt x="50774" y="1221"/>
                  </a:lnTo>
                  <a:lnTo>
                    <a:pt x="50774" y="7710"/>
                  </a:lnTo>
                  <a:lnTo>
                    <a:pt x="41088" y="8031"/>
                  </a:lnTo>
                  <a:lnTo>
                    <a:pt x="41088" y="8738"/>
                  </a:lnTo>
                  <a:cubicBezTo>
                    <a:pt x="42908" y="11693"/>
                    <a:pt x="43818" y="14970"/>
                    <a:pt x="43818" y="18632"/>
                  </a:cubicBezTo>
                  <a:cubicBezTo>
                    <a:pt x="43818" y="21908"/>
                    <a:pt x="43038" y="24992"/>
                    <a:pt x="41478" y="27819"/>
                  </a:cubicBezTo>
                  <a:cubicBezTo>
                    <a:pt x="39917" y="30646"/>
                    <a:pt x="37642" y="32959"/>
                    <a:pt x="34586" y="34629"/>
                  </a:cubicBezTo>
                  <a:cubicBezTo>
                    <a:pt x="31596" y="36364"/>
                    <a:pt x="27955" y="37199"/>
                    <a:pt x="23729" y="37199"/>
                  </a:cubicBezTo>
                  <a:close/>
                  <a:moveTo>
                    <a:pt x="8647" y="59493"/>
                  </a:moveTo>
                  <a:cubicBezTo>
                    <a:pt x="8647" y="62512"/>
                    <a:pt x="10077" y="64761"/>
                    <a:pt x="12937" y="66303"/>
                  </a:cubicBezTo>
                  <a:cubicBezTo>
                    <a:pt x="15798" y="67781"/>
                    <a:pt x="19439" y="68552"/>
                    <a:pt x="23989" y="68552"/>
                  </a:cubicBezTo>
                  <a:cubicBezTo>
                    <a:pt x="28540" y="68552"/>
                    <a:pt x="31921" y="67716"/>
                    <a:pt x="34651" y="65982"/>
                  </a:cubicBezTo>
                  <a:cubicBezTo>
                    <a:pt x="37382" y="64247"/>
                    <a:pt x="38747" y="61998"/>
                    <a:pt x="38747" y="59107"/>
                  </a:cubicBezTo>
                  <a:cubicBezTo>
                    <a:pt x="38747" y="56859"/>
                    <a:pt x="37772" y="54931"/>
                    <a:pt x="35822" y="53389"/>
                  </a:cubicBezTo>
                  <a:cubicBezTo>
                    <a:pt x="33871" y="51847"/>
                    <a:pt x="30296" y="51076"/>
                    <a:pt x="25095" y="51076"/>
                  </a:cubicBezTo>
                  <a:lnTo>
                    <a:pt x="13327" y="51076"/>
                  </a:lnTo>
                  <a:cubicBezTo>
                    <a:pt x="10207" y="53325"/>
                    <a:pt x="8647" y="56152"/>
                    <a:pt x="8647" y="59493"/>
                  </a:cubicBezTo>
                  <a:close/>
                  <a:moveTo>
                    <a:pt x="23794" y="29811"/>
                  </a:moveTo>
                  <a:cubicBezTo>
                    <a:pt x="27175" y="29811"/>
                    <a:pt x="29971" y="28847"/>
                    <a:pt x="32181" y="26855"/>
                  </a:cubicBezTo>
                  <a:cubicBezTo>
                    <a:pt x="34391" y="24864"/>
                    <a:pt x="35432" y="22101"/>
                    <a:pt x="35432" y="18632"/>
                  </a:cubicBezTo>
                  <a:cubicBezTo>
                    <a:pt x="35432" y="15162"/>
                    <a:pt x="34326" y="12400"/>
                    <a:pt x="32181" y="10472"/>
                  </a:cubicBezTo>
                  <a:cubicBezTo>
                    <a:pt x="30036" y="8545"/>
                    <a:pt x="27175" y="7517"/>
                    <a:pt x="23794" y="7517"/>
                  </a:cubicBezTo>
                  <a:cubicBezTo>
                    <a:pt x="20414" y="7517"/>
                    <a:pt x="17488" y="8481"/>
                    <a:pt x="15278" y="10472"/>
                  </a:cubicBezTo>
                  <a:cubicBezTo>
                    <a:pt x="13067" y="12400"/>
                    <a:pt x="11962" y="15162"/>
                    <a:pt x="11962" y="18632"/>
                  </a:cubicBezTo>
                  <a:cubicBezTo>
                    <a:pt x="11962" y="22101"/>
                    <a:pt x="13067" y="24864"/>
                    <a:pt x="15278" y="26855"/>
                  </a:cubicBezTo>
                  <a:cubicBezTo>
                    <a:pt x="17488" y="28847"/>
                    <a:pt x="20349" y="29811"/>
                    <a:pt x="23794" y="29811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EED1BF6-D49B-6495-EF5E-45FF9D284A08}"/>
                </a:ext>
              </a:extLst>
            </p:cNvPr>
            <p:cNvSpPr/>
            <p:nvPr/>
          </p:nvSpPr>
          <p:spPr>
            <a:xfrm>
              <a:off x="1866284" y="6527513"/>
              <a:ext cx="45508" cy="74012"/>
            </a:xfrm>
            <a:custGeom>
              <a:avLst/>
              <a:gdLst>
                <a:gd name="csX0" fmla="*/ 0 w 45508"/>
                <a:gd name="csY0" fmla="*/ 74013 h 74012"/>
                <a:gd name="csX1" fmla="*/ 0 w 45508"/>
                <a:gd name="csY1" fmla="*/ 0 h 74012"/>
                <a:gd name="csX2" fmla="*/ 8712 w 45508"/>
                <a:gd name="csY2" fmla="*/ 0 h 74012"/>
                <a:gd name="csX3" fmla="*/ 8712 w 45508"/>
                <a:gd name="csY3" fmla="*/ 30710 h 74012"/>
                <a:gd name="csX4" fmla="*/ 15603 w 45508"/>
                <a:gd name="csY4" fmla="*/ 24285 h 74012"/>
                <a:gd name="csX5" fmla="*/ 26135 w 45508"/>
                <a:gd name="csY5" fmla="*/ 21780 h 74012"/>
                <a:gd name="csX6" fmla="*/ 40567 w 45508"/>
                <a:gd name="csY6" fmla="*/ 27433 h 74012"/>
                <a:gd name="csX7" fmla="*/ 45508 w 45508"/>
                <a:gd name="csY7" fmla="*/ 43238 h 74012"/>
                <a:gd name="csX8" fmla="*/ 45508 w 45508"/>
                <a:gd name="csY8" fmla="*/ 73948 h 74012"/>
                <a:gd name="csX9" fmla="*/ 36797 w 45508"/>
                <a:gd name="csY9" fmla="*/ 73948 h 74012"/>
                <a:gd name="csX10" fmla="*/ 36797 w 45508"/>
                <a:gd name="csY10" fmla="*/ 44330 h 74012"/>
                <a:gd name="csX11" fmla="*/ 33416 w 45508"/>
                <a:gd name="csY11" fmla="*/ 33665 h 74012"/>
                <a:gd name="csX12" fmla="*/ 23989 w 45508"/>
                <a:gd name="csY12" fmla="*/ 29875 h 74012"/>
                <a:gd name="csX13" fmla="*/ 16383 w 45508"/>
                <a:gd name="csY13" fmla="*/ 31738 h 74012"/>
                <a:gd name="csX14" fmla="*/ 10857 w 45508"/>
                <a:gd name="csY14" fmla="*/ 37199 h 74012"/>
                <a:gd name="csX15" fmla="*/ 8777 w 45508"/>
                <a:gd name="csY15" fmla="*/ 46065 h 74012"/>
                <a:gd name="csX16" fmla="*/ 8777 w 45508"/>
                <a:gd name="csY16" fmla="*/ 74013 h 74012"/>
                <a:gd name="csX17" fmla="*/ 65 w 45508"/>
                <a:gd name="csY17" fmla="*/ 74013 h 74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5508" h="74012">
                  <a:moveTo>
                    <a:pt x="0" y="74013"/>
                  </a:moveTo>
                  <a:lnTo>
                    <a:pt x="0" y="0"/>
                  </a:lnTo>
                  <a:lnTo>
                    <a:pt x="8712" y="0"/>
                  </a:lnTo>
                  <a:lnTo>
                    <a:pt x="8712" y="30710"/>
                  </a:lnTo>
                  <a:cubicBezTo>
                    <a:pt x="10077" y="28076"/>
                    <a:pt x="12417" y="25956"/>
                    <a:pt x="15603" y="24285"/>
                  </a:cubicBezTo>
                  <a:cubicBezTo>
                    <a:pt x="18788" y="22615"/>
                    <a:pt x="22299" y="21780"/>
                    <a:pt x="26135" y="21780"/>
                  </a:cubicBezTo>
                  <a:cubicBezTo>
                    <a:pt x="32441" y="21780"/>
                    <a:pt x="37252" y="23643"/>
                    <a:pt x="40567" y="27433"/>
                  </a:cubicBezTo>
                  <a:cubicBezTo>
                    <a:pt x="43883" y="31224"/>
                    <a:pt x="45508" y="36492"/>
                    <a:pt x="45508" y="43238"/>
                  </a:cubicBezTo>
                  <a:lnTo>
                    <a:pt x="45508" y="73948"/>
                  </a:lnTo>
                  <a:lnTo>
                    <a:pt x="36797" y="73948"/>
                  </a:lnTo>
                  <a:lnTo>
                    <a:pt x="36797" y="44330"/>
                  </a:lnTo>
                  <a:cubicBezTo>
                    <a:pt x="36797" y="39769"/>
                    <a:pt x="35692" y="36171"/>
                    <a:pt x="33416" y="33665"/>
                  </a:cubicBezTo>
                  <a:cubicBezTo>
                    <a:pt x="31141" y="31160"/>
                    <a:pt x="28020" y="29875"/>
                    <a:pt x="23989" y="29875"/>
                  </a:cubicBezTo>
                  <a:cubicBezTo>
                    <a:pt x="21194" y="29875"/>
                    <a:pt x="18658" y="30517"/>
                    <a:pt x="16383" y="31738"/>
                  </a:cubicBezTo>
                  <a:cubicBezTo>
                    <a:pt x="14108" y="32959"/>
                    <a:pt x="12287" y="34758"/>
                    <a:pt x="10857" y="37199"/>
                  </a:cubicBezTo>
                  <a:cubicBezTo>
                    <a:pt x="9492" y="39576"/>
                    <a:pt x="8777" y="42532"/>
                    <a:pt x="8777" y="46065"/>
                  </a:cubicBezTo>
                  <a:lnTo>
                    <a:pt x="8777" y="74013"/>
                  </a:lnTo>
                  <a:lnTo>
                    <a:pt x="65" y="7401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5B8BA2BE-C4FE-4584-46A6-608AD1E9D705}"/>
                </a:ext>
              </a:extLst>
            </p:cNvPr>
            <p:cNvSpPr/>
            <p:nvPr/>
          </p:nvSpPr>
          <p:spPr>
            <a:xfrm>
              <a:off x="1928435" y="6537535"/>
              <a:ext cx="42387" cy="63990"/>
            </a:xfrm>
            <a:custGeom>
              <a:avLst/>
              <a:gdLst>
                <a:gd name="csX0" fmla="*/ 28280 w 42387"/>
                <a:gd name="csY0" fmla="*/ 63990 h 63990"/>
                <a:gd name="csX1" fmla="*/ 17163 w 42387"/>
                <a:gd name="csY1" fmla="*/ 60585 h 63990"/>
                <a:gd name="csX2" fmla="*/ 13132 w 42387"/>
                <a:gd name="csY2" fmla="*/ 48378 h 63990"/>
                <a:gd name="csX3" fmla="*/ 13132 w 42387"/>
                <a:gd name="csY3" fmla="*/ 20431 h 63990"/>
                <a:gd name="csX4" fmla="*/ 0 w 42387"/>
                <a:gd name="csY4" fmla="*/ 20431 h 63990"/>
                <a:gd name="csX5" fmla="*/ 0 w 42387"/>
                <a:gd name="csY5" fmla="*/ 13042 h 63990"/>
                <a:gd name="csX6" fmla="*/ 7801 w 42387"/>
                <a:gd name="csY6" fmla="*/ 13042 h 63990"/>
                <a:gd name="csX7" fmla="*/ 13913 w 42387"/>
                <a:gd name="csY7" fmla="*/ 7902 h 63990"/>
                <a:gd name="csX8" fmla="*/ 15343 w 42387"/>
                <a:gd name="csY8" fmla="*/ 0 h 63990"/>
                <a:gd name="csX9" fmla="*/ 21779 w 42387"/>
                <a:gd name="csY9" fmla="*/ 0 h 63990"/>
                <a:gd name="csX10" fmla="*/ 21779 w 42387"/>
                <a:gd name="csY10" fmla="*/ 13042 h 63990"/>
                <a:gd name="csX11" fmla="*/ 42388 w 42387"/>
                <a:gd name="csY11" fmla="*/ 13042 h 63990"/>
                <a:gd name="csX12" fmla="*/ 42388 w 42387"/>
                <a:gd name="csY12" fmla="*/ 20431 h 63990"/>
                <a:gd name="csX13" fmla="*/ 21779 w 42387"/>
                <a:gd name="csY13" fmla="*/ 20431 h 63990"/>
                <a:gd name="csX14" fmla="*/ 21779 w 42387"/>
                <a:gd name="csY14" fmla="*/ 48378 h 63990"/>
                <a:gd name="csX15" fmla="*/ 23794 w 42387"/>
                <a:gd name="csY15" fmla="*/ 54417 h 63990"/>
                <a:gd name="csX16" fmla="*/ 30816 w 42387"/>
                <a:gd name="csY16" fmla="*/ 56152 h 63990"/>
                <a:gd name="csX17" fmla="*/ 42388 w 42387"/>
                <a:gd name="csY17" fmla="*/ 56152 h 63990"/>
                <a:gd name="csX18" fmla="*/ 42388 w 42387"/>
                <a:gd name="csY18" fmla="*/ 63990 h 63990"/>
                <a:gd name="csX19" fmla="*/ 28215 w 42387"/>
                <a:gd name="csY19" fmla="*/ 63990 h 639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42387" h="63990">
                  <a:moveTo>
                    <a:pt x="28280" y="63990"/>
                  </a:moveTo>
                  <a:cubicBezTo>
                    <a:pt x="23534" y="63990"/>
                    <a:pt x="19829" y="62834"/>
                    <a:pt x="17163" y="60585"/>
                  </a:cubicBezTo>
                  <a:cubicBezTo>
                    <a:pt x="14433" y="58336"/>
                    <a:pt x="13132" y="54225"/>
                    <a:pt x="13132" y="48378"/>
                  </a:cubicBezTo>
                  <a:lnTo>
                    <a:pt x="13132" y="20431"/>
                  </a:lnTo>
                  <a:lnTo>
                    <a:pt x="0" y="20431"/>
                  </a:lnTo>
                  <a:lnTo>
                    <a:pt x="0" y="13042"/>
                  </a:lnTo>
                  <a:lnTo>
                    <a:pt x="7801" y="13042"/>
                  </a:lnTo>
                  <a:cubicBezTo>
                    <a:pt x="11312" y="13042"/>
                    <a:pt x="13392" y="11307"/>
                    <a:pt x="13913" y="7902"/>
                  </a:cubicBezTo>
                  <a:lnTo>
                    <a:pt x="15343" y="0"/>
                  </a:lnTo>
                  <a:lnTo>
                    <a:pt x="21779" y="0"/>
                  </a:lnTo>
                  <a:lnTo>
                    <a:pt x="21779" y="13042"/>
                  </a:lnTo>
                  <a:lnTo>
                    <a:pt x="42388" y="13042"/>
                  </a:lnTo>
                  <a:lnTo>
                    <a:pt x="42388" y="20431"/>
                  </a:lnTo>
                  <a:lnTo>
                    <a:pt x="21779" y="20431"/>
                  </a:lnTo>
                  <a:lnTo>
                    <a:pt x="21779" y="48378"/>
                  </a:lnTo>
                  <a:cubicBezTo>
                    <a:pt x="21779" y="51269"/>
                    <a:pt x="22429" y="53261"/>
                    <a:pt x="23794" y="54417"/>
                  </a:cubicBezTo>
                  <a:cubicBezTo>
                    <a:pt x="25160" y="55574"/>
                    <a:pt x="27500" y="56152"/>
                    <a:pt x="30816" y="56152"/>
                  </a:cubicBezTo>
                  <a:lnTo>
                    <a:pt x="42388" y="56152"/>
                  </a:lnTo>
                  <a:lnTo>
                    <a:pt x="42388" y="63990"/>
                  </a:lnTo>
                  <a:lnTo>
                    <a:pt x="28215" y="63990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0ADC584-A7F2-E103-8DDF-470B5C86ACF3}"/>
                </a:ext>
              </a:extLst>
            </p:cNvPr>
            <p:cNvSpPr/>
            <p:nvPr/>
          </p:nvSpPr>
          <p:spPr>
            <a:xfrm>
              <a:off x="1991432" y="6549292"/>
              <a:ext cx="43496" cy="53517"/>
            </a:xfrm>
            <a:custGeom>
              <a:avLst/>
              <a:gdLst>
                <a:gd name="csX0" fmla="*/ 22819 w 43496"/>
                <a:gd name="csY0" fmla="*/ 53454 h 53517"/>
                <a:gd name="csX1" fmla="*/ 6826 w 43496"/>
                <a:gd name="csY1" fmla="*/ 48892 h 53517"/>
                <a:gd name="csX2" fmla="*/ 0 w 43496"/>
                <a:gd name="csY2" fmla="*/ 36300 h 53517"/>
                <a:gd name="csX3" fmla="*/ 9037 w 43496"/>
                <a:gd name="csY3" fmla="*/ 36300 h 53517"/>
                <a:gd name="csX4" fmla="*/ 13262 w 43496"/>
                <a:gd name="csY4" fmla="*/ 43174 h 53517"/>
                <a:gd name="csX5" fmla="*/ 23014 w 43496"/>
                <a:gd name="csY5" fmla="*/ 45872 h 53517"/>
                <a:gd name="csX6" fmla="*/ 31726 w 43496"/>
                <a:gd name="csY6" fmla="*/ 43431 h 53517"/>
                <a:gd name="csX7" fmla="*/ 34586 w 43496"/>
                <a:gd name="csY7" fmla="*/ 37777 h 53517"/>
                <a:gd name="csX8" fmla="*/ 31141 w 43496"/>
                <a:gd name="csY8" fmla="*/ 31867 h 53517"/>
                <a:gd name="csX9" fmla="*/ 20869 w 43496"/>
                <a:gd name="csY9" fmla="*/ 29425 h 53517"/>
                <a:gd name="csX10" fmla="*/ 7216 w 43496"/>
                <a:gd name="csY10" fmla="*/ 24992 h 53517"/>
                <a:gd name="csX11" fmla="*/ 1820 w 43496"/>
                <a:gd name="csY11" fmla="*/ 14520 h 53517"/>
                <a:gd name="csX12" fmla="*/ 7151 w 43496"/>
                <a:gd name="csY12" fmla="*/ 4112 h 53517"/>
                <a:gd name="csX13" fmla="*/ 21584 w 43496"/>
                <a:gd name="csY13" fmla="*/ 0 h 53517"/>
                <a:gd name="csX14" fmla="*/ 35822 w 43496"/>
                <a:gd name="csY14" fmla="*/ 4048 h 53517"/>
                <a:gd name="csX15" fmla="*/ 41738 w 43496"/>
                <a:gd name="csY15" fmla="*/ 15612 h 53517"/>
                <a:gd name="csX16" fmla="*/ 33091 w 43496"/>
                <a:gd name="csY16" fmla="*/ 15612 h 53517"/>
                <a:gd name="csX17" fmla="*/ 29515 w 43496"/>
                <a:gd name="csY17" fmla="*/ 9701 h 53517"/>
                <a:gd name="csX18" fmla="*/ 21324 w 43496"/>
                <a:gd name="csY18" fmla="*/ 7517 h 53517"/>
                <a:gd name="csX19" fmla="*/ 13392 w 43496"/>
                <a:gd name="csY19" fmla="*/ 9444 h 53517"/>
                <a:gd name="csX20" fmla="*/ 10597 w 43496"/>
                <a:gd name="csY20" fmla="*/ 14456 h 53517"/>
                <a:gd name="csX21" fmla="*/ 13782 w 43496"/>
                <a:gd name="csY21" fmla="*/ 19531 h 53517"/>
                <a:gd name="csX22" fmla="*/ 23794 w 43496"/>
                <a:gd name="csY22" fmla="*/ 22165 h 53517"/>
                <a:gd name="csX23" fmla="*/ 33676 w 43496"/>
                <a:gd name="csY23" fmla="*/ 24221 h 53517"/>
                <a:gd name="csX24" fmla="*/ 40827 w 43496"/>
                <a:gd name="csY24" fmla="*/ 28718 h 53517"/>
                <a:gd name="csX25" fmla="*/ 43493 w 43496"/>
                <a:gd name="csY25" fmla="*/ 37328 h 53517"/>
                <a:gd name="csX26" fmla="*/ 40957 w 43496"/>
                <a:gd name="csY26" fmla="*/ 45615 h 53517"/>
                <a:gd name="csX27" fmla="*/ 33611 w 43496"/>
                <a:gd name="csY27" fmla="*/ 51398 h 53517"/>
                <a:gd name="csX28" fmla="*/ 22819 w 43496"/>
                <a:gd name="csY28" fmla="*/ 53518 h 53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43496" h="53517">
                  <a:moveTo>
                    <a:pt x="22819" y="53454"/>
                  </a:moveTo>
                  <a:cubicBezTo>
                    <a:pt x="16253" y="53454"/>
                    <a:pt x="10922" y="51912"/>
                    <a:pt x="6826" y="48892"/>
                  </a:cubicBezTo>
                  <a:cubicBezTo>
                    <a:pt x="2730" y="45872"/>
                    <a:pt x="520" y="41632"/>
                    <a:pt x="0" y="36300"/>
                  </a:cubicBezTo>
                  <a:lnTo>
                    <a:pt x="9037" y="36300"/>
                  </a:lnTo>
                  <a:cubicBezTo>
                    <a:pt x="9427" y="39126"/>
                    <a:pt x="10857" y="41375"/>
                    <a:pt x="13262" y="43174"/>
                  </a:cubicBezTo>
                  <a:cubicBezTo>
                    <a:pt x="15668" y="44973"/>
                    <a:pt x="18918" y="45872"/>
                    <a:pt x="23014" y="45872"/>
                  </a:cubicBezTo>
                  <a:cubicBezTo>
                    <a:pt x="27110" y="45872"/>
                    <a:pt x="29775" y="45037"/>
                    <a:pt x="31726" y="43431"/>
                  </a:cubicBezTo>
                  <a:cubicBezTo>
                    <a:pt x="33611" y="41761"/>
                    <a:pt x="34586" y="39897"/>
                    <a:pt x="34586" y="37777"/>
                  </a:cubicBezTo>
                  <a:cubicBezTo>
                    <a:pt x="34586" y="34886"/>
                    <a:pt x="33416" y="32959"/>
                    <a:pt x="31141" y="31867"/>
                  </a:cubicBezTo>
                  <a:cubicBezTo>
                    <a:pt x="28865" y="30774"/>
                    <a:pt x="25420" y="30003"/>
                    <a:pt x="20869" y="29425"/>
                  </a:cubicBezTo>
                  <a:cubicBezTo>
                    <a:pt x="15408" y="28783"/>
                    <a:pt x="10857" y="27305"/>
                    <a:pt x="7216" y="24992"/>
                  </a:cubicBezTo>
                  <a:cubicBezTo>
                    <a:pt x="3641" y="22679"/>
                    <a:pt x="1820" y="19146"/>
                    <a:pt x="1820" y="14520"/>
                  </a:cubicBezTo>
                  <a:cubicBezTo>
                    <a:pt x="1820" y="10344"/>
                    <a:pt x="3576" y="6874"/>
                    <a:pt x="7151" y="4112"/>
                  </a:cubicBezTo>
                  <a:cubicBezTo>
                    <a:pt x="10662" y="1349"/>
                    <a:pt x="15538" y="0"/>
                    <a:pt x="21584" y="0"/>
                  </a:cubicBezTo>
                  <a:cubicBezTo>
                    <a:pt x="27630" y="0"/>
                    <a:pt x="32376" y="1349"/>
                    <a:pt x="35822" y="4048"/>
                  </a:cubicBezTo>
                  <a:cubicBezTo>
                    <a:pt x="39267" y="6746"/>
                    <a:pt x="41283" y="10601"/>
                    <a:pt x="41738" y="15612"/>
                  </a:cubicBezTo>
                  <a:lnTo>
                    <a:pt x="33091" y="15612"/>
                  </a:lnTo>
                  <a:cubicBezTo>
                    <a:pt x="32896" y="13171"/>
                    <a:pt x="31661" y="11179"/>
                    <a:pt x="29515" y="9701"/>
                  </a:cubicBezTo>
                  <a:cubicBezTo>
                    <a:pt x="27370" y="8224"/>
                    <a:pt x="24639" y="7517"/>
                    <a:pt x="21324" y="7517"/>
                  </a:cubicBezTo>
                  <a:cubicBezTo>
                    <a:pt x="18008" y="7517"/>
                    <a:pt x="15278" y="8159"/>
                    <a:pt x="13392" y="9444"/>
                  </a:cubicBezTo>
                  <a:cubicBezTo>
                    <a:pt x="11507" y="10729"/>
                    <a:pt x="10597" y="12400"/>
                    <a:pt x="10597" y="14456"/>
                  </a:cubicBezTo>
                  <a:cubicBezTo>
                    <a:pt x="10597" y="16511"/>
                    <a:pt x="11637" y="18182"/>
                    <a:pt x="13782" y="19531"/>
                  </a:cubicBezTo>
                  <a:cubicBezTo>
                    <a:pt x="15928" y="20880"/>
                    <a:pt x="19243" y="21716"/>
                    <a:pt x="23794" y="22165"/>
                  </a:cubicBezTo>
                  <a:cubicBezTo>
                    <a:pt x="27370" y="22551"/>
                    <a:pt x="30686" y="23257"/>
                    <a:pt x="33676" y="24221"/>
                  </a:cubicBezTo>
                  <a:cubicBezTo>
                    <a:pt x="36667" y="25185"/>
                    <a:pt x="39007" y="26663"/>
                    <a:pt x="40827" y="28718"/>
                  </a:cubicBezTo>
                  <a:cubicBezTo>
                    <a:pt x="42583" y="30774"/>
                    <a:pt x="43493" y="33665"/>
                    <a:pt x="43493" y="37328"/>
                  </a:cubicBezTo>
                  <a:cubicBezTo>
                    <a:pt x="43558" y="40411"/>
                    <a:pt x="42713" y="43174"/>
                    <a:pt x="40957" y="45615"/>
                  </a:cubicBezTo>
                  <a:cubicBezTo>
                    <a:pt x="39202" y="48057"/>
                    <a:pt x="36732" y="49984"/>
                    <a:pt x="33611" y="51398"/>
                  </a:cubicBezTo>
                  <a:cubicBezTo>
                    <a:pt x="30491" y="52811"/>
                    <a:pt x="26915" y="53518"/>
                    <a:pt x="22819" y="53518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405CCD0-FD5A-BC3A-C182-37145DFC7F91}"/>
                </a:ext>
              </a:extLst>
            </p:cNvPr>
            <p:cNvSpPr/>
            <p:nvPr/>
          </p:nvSpPr>
          <p:spPr>
            <a:xfrm>
              <a:off x="2116060" y="6549421"/>
              <a:ext cx="45963" cy="52232"/>
            </a:xfrm>
            <a:custGeom>
              <a:avLst/>
              <a:gdLst>
                <a:gd name="csX0" fmla="*/ 0 w 45963"/>
                <a:gd name="csY0" fmla="*/ 52104 h 52232"/>
                <a:gd name="csX1" fmla="*/ 0 w 45963"/>
                <a:gd name="csY1" fmla="*/ 44716 h 52232"/>
                <a:gd name="csX2" fmla="*/ 13197 w 45963"/>
                <a:gd name="csY2" fmla="*/ 44716 h 52232"/>
                <a:gd name="csX3" fmla="*/ 13197 w 45963"/>
                <a:gd name="csY3" fmla="*/ 11115 h 52232"/>
                <a:gd name="csX4" fmla="*/ 10727 w 45963"/>
                <a:gd name="csY4" fmla="*/ 8545 h 52232"/>
                <a:gd name="csX5" fmla="*/ 1365 w 45963"/>
                <a:gd name="csY5" fmla="*/ 8545 h 52232"/>
                <a:gd name="csX6" fmla="*/ 1365 w 45963"/>
                <a:gd name="csY6" fmla="*/ 1156 h 52232"/>
                <a:gd name="csX7" fmla="*/ 13978 w 45963"/>
                <a:gd name="csY7" fmla="*/ 1156 h 52232"/>
                <a:gd name="csX8" fmla="*/ 19504 w 45963"/>
                <a:gd name="csY8" fmla="*/ 3020 h 52232"/>
                <a:gd name="csX9" fmla="*/ 21584 w 45963"/>
                <a:gd name="csY9" fmla="*/ 8481 h 52232"/>
                <a:gd name="csX10" fmla="*/ 21584 w 45963"/>
                <a:gd name="csY10" fmla="*/ 10665 h 52232"/>
                <a:gd name="csX11" fmla="*/ 21974 w 45963"/>
                <a:gd name="csY11" fmla="*/ 10665 h 52232"/>
                <a:gd name="csX12" fmla="*/ 26720 w 45963"/>
                <a:gd name="csY12" fmla="*/ 2763 h 52232"/>
                <a:gd name="csX13" fmla="*/ 36472 w 45963"/>
                <a:gd name="csY13" fmla="*/ 0 h 52232"/>
                <a:gd name="csX14" fmla="*/ 45963 w 45963"/>
                <a:gd name="csY14" fmla="*/ 0 h 52232"/>
                <a:gd name="csX15" fmla="*/ 45963 w 45963"/>
                <a:gd name="csY15" fmla="*/ 9123 h 52232"/>
                <a:gd name="csX16" fmla="*/ 35236 w 45963"/>
                <a:gd name="csY16" fmla="*/ 9123 h 52232"/>
                <a:gd name="csX17" fmla="*/ 25485 w 45963"/>
                <a:gd name="csY17" fmla="*/ 13299 h 52232"/>
                <a:gd name="csX18" fmla="*/ 22039 w 45963"/>
                <a:gd name="csY18" fmla="*/ 23964 h 52232"/>
                <a:gd name="csX19" fmla="*/ 22039 w 45963"/>
                <a:gd name="csY19" fmla="*/ 44844 h 52232"/>
                <a:gd name="csX20" fmla="*/ 38292 w 45963"/>
                <a:gd name="csY20" fmla="*/ 44844 h 52232"/>
                <a:gd name="csX21" fmla="*/ 38292 w 45963"/>
                <a:gd name="csY21" fmla="*/ 52233 h 52232"/>
                <a:gd name="csX22" fmla="*/ 130 w 45963"/>
                <a:gd name="csY22" fmla="*/ 52233 h 52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5963" h="52232">
                  <a:moveTo>
                    <a:pt x="0" y="52104"/>
                  </a:moveTo>
                  <a:lnTo>
                    <a:pt x="0" y="44716"/>
                  </a:lnTo>
                  <a:lnTo>
                    <a:pt x="13197" y="44716"/>
                  </a:lnTo>
                  <a:lnTo>
                    <a:pt x="13197" y="11115"/>
                  </a:lnTo>
                  <a:cubicBezTo>
                    <a:pt x="13197" y="9380"/>
                    <a:pt x="12352" y="8545"/>
                    <a:pt x="10727" y="8545"/>
                  </a:cubicBezTo>
                  <a:lnTo>
                    <a:pt x="1365" y="8545"/>
                  </a:lnTo>
                  <a:lnTo>
                    <a:pt x="1365" y="1156"/>
                  </a:lnTo>
                  <a:lnTo>
                    <a:pt x="13978" y="1156"/>
                  </a:lnTo>
                  <a:cubicBezTo>
                    <a:pt x="16253" y="1156"/>
                    <a:pt x="18073" y="1799"/>
                    <a:pt x="19504" y="3020"/>
                  </a:cubicBezTo>
                  <a:cubicBezTo>
                    <a:pt x="20869" y="4240"/>
                    <a:pt x="21584" y="6103"/>
                    <a:pt x="21584" y="8481"/>
                  </a:cubicBezTo>
                  <a:lnTo>
                    <a:pt x="21584" y="10665"/>
                  </a:lnTo>
                  <a:lnTo>
                    <a:pt x="21974" y="10665"/>
                  </a:lnTo>
                  <a:cubicBezTo>
                    <a:pt x="22819" y="7260"/>
                    <a:pt x="24379" y="4626"/>
                    <a:pt x="26720" y="2763"/>
                  </a:cubicBezTo>
                  <a:cubicBezTo>
                    <a:pt x="29060" y="899"/>
                    <a:pt x="32311" y="0"/>
                    <a:pt x="36472" y="0"/>
                  </a:cubicBezTo>
                  <a:lnTo>
                    <a:pt x="45963" y="0"/>
                  </a:lnTo>
                  <a:lnTo>
                    <a:pt x="45963" y="9123"/>
                  </a:lnTo>
                  <a:lnTo>
                    <a:pt x="35236" y="9123"/>
                  </a:lnTo>
                  <a:cubicBezTo>
                    <a:pt x="31011" y="9123"/>
                    <a:pt x="27760" y="10537"/>
                    <a:pt x="25485" y="13299"/>
                  </a:cubicBezTo>
                  <a:cubicBezTo>
                    <a:pt x="23209" y="16062"/>
                    <a:pt x="22039" y="19595"/>
                    <a:pt x="22039" y="23964"/>
                  </a:cubicBezTo>
                  <a:lnTo>
                    <a:pt x="22039" y="44844"/>
                  </a:lnTo>
                  <a:lnTo>
                    <a:pt x="38292" y="44844"/>
                  </a:lnTo>
                  <a:lnTo>
                    <a:pt x="38292" y="52233"/>
                  </a:lnTo>
                  <a:lnTo>
                    <a:pt x="130" y="5223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775F26C-FFBD-E6BA-4AF9-EB73EB8A59F5}"/>
                </a:ext>
              </a:extLst>
            </p:cNvPr>
            <p:cNvSpPr/>
            <p:nvPr/>
          </p:nvSpPr>
          <p:spPr>
            <a:xfrm>
              <a:off x="2176586" y="6549292"/>
              <a:ext cx="48823" cy="53453"/>
            </a:xfrm>
            <a:custGeom>
              <a:avLst/>
              <a:gdLst>
                <a:gd name="csX0" fmla="*/ 24899 w 48823"/>
                <a:gd name="csY0" fmla="*/ 53454 h 53453"/>
                <a:gd name="csX1" fmla="*/ 12027 w 48823"/>
                <a:gd name="csY1" fmla="*/ 50113 h 53453"/>
                <a:gd name="csX2" fmla="*/ 3251 w 48823"/>
                <a:gd name="csY2" fmla="*/ 40733 h 53453"/>
                <a:gd name="csX3" fmla="*/ 0 w 48823"/>
                <a:gd name="csY3" fmla="*/ 26727 h 53453"/>
                <a:gd name="csX4" fmla="*/ 3186 w 48823"/>
                <a:gd name="csY4" fmla="*/ 12721 h 53453"/>
                <a:gd name="csX5" fmla="*/ 11962 w 48823"/>
                <a:gd name="csY5" fmla="*/ 3341 h 53453"/>
                <a:gd name="csX6" fmla="*/ 25095 w 48823"/>
                <a:gd name="csY6" fmla="*/ 0 h 53453"/>
                <a:gd name="csX7" fmla="*/ 37902 w 48823"/>
                <a:gd name="csY7" fmla="*/ 3341 h 53453"/>
                <a:gd name="csX8" fmla="*/ 46028 w 48823"/>
                <a:gd name="csY8" fmla="*/ 12143 h 53453"/>
                <a:gd name="csX9" fmla="*/ 48824 w 48823"/>
                <a:gd name="csY9" fmla="*/ 23836 h 53453"/>
                <a:gd name="csX10" fmla="*/ 48824 w 48823"/>
                <a:gd name="csY10" fmla="*/ 26084 h 53453"/>
                <a:gd name="csX11" fmla="*/ 48824 w 48823"/>
                <a:gd name="csY11" fmla="*/ 28654 h 53453"/>
                <a:gd name="csX12" fmla="*/ 8776 w 48823"/>
                <a:gd name="csY12" fmla="*/ 28654 h 53453"/>
                <a:gd name="csX13" fmla="*/ 11442 w 48823"/>
                <a:gd name="csY13" fmla="*/ 38034 h 53453"/>
                <a:gd name="csX14" fmla="*/ 17358 w 48823"/>
                <a:gd name="csY14" fmla="*/ 43624 h 53453"/>
                <a:gd name="csX15" fmla="*/ 25029 w 48823"/>
                <a:gd name="csY15" fmla="*/ 45487 h 53453"/>
                <a:gd name="csX16" fmla="*/ 34001 w 48823"/>
                <a:gd name="csY16" fmla="*/ 43110 h 53453"/>
                <a:gd name="csX17" fmla="*/ 38877 w 48823"/>
                <a:gd name="csY17" fmla="*/ 36557 h 53453"/>
                <a:gd name="csX18" fmla="*/ 47524 w 48823"/>
                <a:gd name="csY18" fmla="*/ 36557 h 53453"/>
                <a:gd name="csX19" fmla="*/ 40112 w 48823"/>
                <a:gd name="csY19" fmla="*/ 48507 h 53453"/>
                <a:gd name="csX20" fmla="*/ 25029 w 48823"/>
                <a:gd name="csY20" fmla="*/ 53389 h 53453"/>
                <a:gd name="csX21" fmla="*/ 24899 w 48823"/>
                <a:gd name="csY21" fmla="*/ 7710 h 53453"/>
                <a:gd name="csX22" fmla="*/ 14368 w 48823"/>
                <a:gd name="csY22" fmla="*/ 11307 h 53453"/>
                <a:gd name="csX23" fmla="*/ 8776 w 48823"/>
                <a:gd name="csY23" fmla="*/ 21394 h 53453"/>
                <a:gd name="csX24" fmla="*/ 40177 w 48823"/>
                <a:gd name="csY24" fmla="*/ 21394 h 53453"/>
                <a:gd name="csX25" fmla="*/ 35562 w 48823"/>
                <a:gd name="csY25" fmla="*/ 11372 h 53453"/>
                <a:gd name="csX26" fmla="*/ 24899 w 48823"/>
                <a:gd name="csY26" fmla="*/ 7710 h 53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823" h="53453">
                  <a:moveTo>
                    <a:pt x="24899" y="53454"/>
                  </a:moveTo>
                  <a:cubicBezTo>
                    <a:pt x="20024" y="53454"/>
                    <a:pt x="15733" y="52361"/>
                    <a:pt x="12027" y="50113"/>
                  </a:cubicBezTo>
                  <a:cubicBezTo>
                    <a:pt x="8322" y="47864"/>
                    <a:pt x="5396" y="44780"/>
                    <a:pt x="3251" y="40733"/>
                  </a:cubicBezTo>
                  <a:cubicBezTo>
                    <a:pt x="1105" y="36685"/>
                    <a:pt x="0" y="32059"/>
                    <a:pt x="0" y="26727"/>
                  </a:cubicBezTo>
                  <a:cubicBezTo>
                    <a:pt x="0" y="21394"/>
                    <a:pt x="1040" y="16704"/>
                    <a:pt x="3186" y="12721"/>
                  </a:cubicBezTo>
                  <a:cubicBezTo>
                    <a:pt x="5331" y="8738"/>
                    <a:pt x="8256" y="5589"/>
                    <a:pt x="11962" y="3341"/>
                  </a:cubicBezTo>
                  <a:cubicBezTo>
                    <a:pt x="15733" y="1092"/>
                    <a:pt x="20089" y="0"/>
                    <a:pt x="25095" y="0"/>
                  </a:cubicBezTo>
                  <a:cubicBezTo>
                    <a:pt x="30100" y="0"/>
                    <a:pt x="34326" y="1092"/>
                    <a:pt x="37902" y="3341"/>
                  </a:cubicBezTo>
                  <a:cubicBezTo>
                    <a:pt x="41413" y="5589"/>
                    <a:pt x="44143" y="8481"/>
                    <a:pt x="46028" y="12143"/>
                  </a:cubicBezTo>
                  <a:cubicBezTo>
                    <a:pt x="47914" y="15805"/>
                    <a:pt x="48824" y="19660"/>
                    <a:pt x="48824" y="23836"/>
                  </a:cubicBezTo>
                  <a:cubicBezTo>
                    <a:pt x="48824" y="24607"/>
                    <a:pt x="48824" y="25313"/>
                    <a:pt x="48824" y="26084"/>
                  </a:cubicBezTo>
                  <a:cubicBezTo>
                    <a:pt x="48824" y="26855"/>
                    <a:pt x="48824" y="27690"/>
                    <a:pt x="48824" y="28654"/>
                  </a:cubicBezTo>
                  <a:lnTo>
                    <a:pt x="8776" y="28654"/>
                  </a:lnTo>
                  <a:cubicBezTo>
                    <a:pt x="8971" y="32445"/>
                    <a:pt x="9882" y="35593"/>
                    <a:pt x="11442" y="38034"/>
                  </a:cubicBezTo>
                  <a:cubicBezTo>
                    <a:pt x="13002" y="40540"/>
                    <a:pt x="14953" y="42403"/>
                    <a:pt x="17358" y="43624"/>
                  </a:cubicBezTo>
                  <a:cubicBezTo>
                    <a:pt x="19763" y="44844"/>
                    <a:pt x="22299" y="45487"/>
                    <a:pt x="25029" y="45487"/>
                  </a:cubicBezTo>
                  <a:cubicBezTo>
                    <a:pt x="28865" y="45487"/>
                    <a:pt x="31856" y="44716"/>
                    <a:pt x="34001" y="43110"/>
                  </a:cubicBezTo>
                  <a:cubicBezTo>
                    <a:pt x="36147" y="41504"/>
                    <a:pt x="37772" y="39319"/>
                    <a:pt x="38877" y="36557"/>
                  </a:cubicBezTo>
                  <a:lnTo>
                    <a:pt x="47524" y="36557"/>
                  </a:lnTo>
                  <a:cubicBezTo>
                    <a:pt x="46353" y="41311"/>
                    <a:pt x="43883" y="45294"/>
                    <a:pt x="40112" y="48507"/>
                  </a:cubicBezTo>
                  <a:cubicBezTo>
                    <a:pt x="36342" y="51783"/>
                    <a:pt x="31336" y="53389"/>
                    <a:pt x="25029" y="53389"/>
                  </a:cubicBezTo>
                  <a:close/>
                  <a:moveTo>
                    <a:pt x="24899" y="7710"/>
                  </a:moveTo>
                  <a:cubicBezTo>
                    <a:pt x="20869" y="7710"/>
                    <a:pt x="17358" y="8930"/>
                    <a:pt x="14368" y="11307"/>
                  </a:cubicBezTo>
                  <a:cubicBezTo>
                    <a:pt x="11377" y="13685"/>
                    <a:pt x="9492" y="17090"/>
                    <a:pt x="8776" y="21394"/>
                  </a:cubicBezTo>
                  <a:lnTo>
                    <a:pt x="40177" y="21394"/>
                  </a:lnTo>
                  <a:cubicBezTo>
                    <a:pt x="39917" y="17154"/>
                    <a:pt x="38357" y="13813"/>
                    <a:pt x="35562" y="11372"/>
                  </a:cubicBezTo>
                  <a:cubicBezTo>
                    <a:pt x="32766" y="8930"/>
                    <a:pt x="29190" y="7710"/>
                    <a:pt x="24899" y="7710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E571E3C-F961-3DA9-FEFB-34F34DDB35B3}"/>
                </a:ext>
              </a:extLst>
            </p:cNvPr>
            <p:cNvSpPr/>
            <p:nvPr/>
          </p:nvSpPr>
          <p:spPr>
            <a:xfrm>
              <a:off x="2241078" y="6549292"/>
              <a:ext cx="43496" cy="53517"/>
            </a:xfrm>
            <a:custGeom>
              <a:avLst/>
              <a:gdLst>
                <a:gd name="csX0" fmla="*/ 22819 w 43496"/>
                <a:gd name="csY0" fmla="*/ 53454 h 53517"/>
                <a:gd name="csX1" fmla="*/ 6826 w 43496"/>
                <a:gd name="csY1" fmla="*/ 48892 h 53517"/>
                <a:gd name="csX2" fmla="*/ 0 w 43496"/>
                <a:gd name="csY2" fmla="*/ 36300 h 53517"/>
                <a:gd name="csX3" fmla="*/ 9037 w 43496"/>
                <a:gd name="csY3" fmla="*/ 36300 h 53517"/>
                <a:gd name="csX4" fmla="*/ 13262 w 43496"/>
                <a:gd name="csY4" fmla="*/ 43174 h 53517"/>
                <a:gd name="csX5" fmla="*/ 23014 w 43496"/>
                <a:gd name="csY5" fmla="*/ 45872 h 53517"/>
                <a:gd name="csX6" fmla="*/ 31726 w 43496"/>
                <a:gd name="csY6" fmla="*/ 43431 h 53517"/>
                <a:gd name="csX7" fmla="*/ 34586 w 43496"/>
                <a:gd name="csY7" fmla="*/ 37777 h 53517"/>
                <a:gd name="csX8" fmla="*/ 31141 w 43496"/>
                <a:gd name="csY8" fmla="*/ 31867 h 53517"/>
                <a:gd name="csX9" fmla="*/ 20869 w 43496"/>
                <a:gd name="csY9" fmla="*/ 29425 h 53517"/>
                <a:gd name="csX10" fmla="*/ 7216 w 43496"/>
                <a:gd name="csY10" fmla="*/ 24992 h 53517"/>
                <a:gd name="csX11" fmla="*/ 1820 w 43496"/>
                <a:gd name="csY11" fmla="*/ 14520 h 53517"/>
                <a:gd name="csX12" fmla="*/ 7151 w 43496"/>
                <a:gd name="csY12" fmla="*/ 4112 h 53517"/>
                <a:gd name="csX13" fmla="*/ 21584 w 43496"/>
                <a:gd name="csY13" fmla="*/ 0 h 53517"/>
                <a:gd name="csX14" fmla="*/ 35822 w 43496"/>
                <a:gd name="csY14" fmla="*/ 4048 h 53517"/>
                <a:gd name="csX15" fmla="*/ 41738 w 43496"/>
                <a:gd name="csY15" fmla="*/ 15612 h 53517"/>
                <a:gd name="csX16" fmla="*/ 33091 w 43496"/>
                <a:gd name="csY16" fmla="*/ 15612 h 53517"/>
                <a:gd name="csX17" fmla="*/ 29515 w 43496"/>
                <a:gd name="csY17" fmla="*/ 9701 h 53517"/>
                <a:gd name="csX18" fmla="*/ 21324 w 43496"/>
                <a:gd name="csY18" fmla="*/ 7517 h 53517"/>
                <a:gd name="csX19" fmla="*/ 13392 w 43496"/>
                <a:gd name="csY19" fmla="*/ 9444 h 53517"/>
                <a:gd name="csX20" fmla="*/ 10597 w 43496"/>
                <a:gd name="csY20" fmla="*/ 14456 h 53517"/>
                <a:gd name="csX21" fmla="*/ 13782 w 43496"/>
                <a:gd name="csY21" fmla="*/ 19531 h 53517"/>
                <a:gd name="csX22" fmla="*/ 23794 w 43496"/>
                <a:gd name="csY22" fmla="*/ 22165 h 53517"/>
                <a:gd name="csX23" fmla="*/ 33676 w 43496"/>
                <a:gd name="csY23" fmla="*/ 24221 h 53517"/>
                <a:gd name="csX24" fmla="*/ 40827 w 43496"/>
                <a:gd name="csY24" fmla="*/ 28718 h 53517"/>
                <a:gd name="csX25" fmla="*/ 43493 w 43496"/>
                <a:gd name="csY25" fmla="*/ 37328 h 53517"/>
                <a:gd name="csX26" fmla="*/ 40958 w 43496"/>
                <a:gd name="csY26" fmla="*/ 45615 h 53517"/>
                <a:gd name="csX27" fmla="*/ 33611 w 43496"/>
                <a:gd name="csY27" fmla="*/ 51398 h 53517"/>
                <a:gd name="csX28" fmla="*/ 22819 w 43496"/>
                <a:gd name="csY28" fmla="*/ 53518 h 53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43496" h="53517">
                  <a:moveTo>
                    <a:pt x="22819" y="53454"/>
                  </a:moveTo>
                  <a:cubicBezTo>
                    <a:pt x="16253" y="53454"/>
                    <a:pt x="10922" y="51912"/>
                    <a:pt x="6826" y="48892"/>
                  </a:cubicBezTo>
                  <a:cubicBezTo>
                    <a:pt x="2731" y="45872"/>
                    <a:pt x="520" y="41632"/>
                    <a:pt x="0" y="36300"/>
                  </a:cubicBezTo>
                  <a:lnTo>
                    <a:pt x="9037" y="36300"/>
                  </a:lnTo>
                  <a:cubicBezTo>
                    <a:pt x="9427" y="39126"/>
                    <a:pt x="10857" y="41375"/>
                    <a:pt x="13262" y="43174"/>
                  </a:cubicBezTo>
                  <a:cubicBezTo>
                    <a:pt x="15668" y="44973"/>
                    <a:pt x="18918" y="45872"/>
                    <a:pt x="23014" y="45872"/>
                  </a:cubicBezTo>
                  <a:cubicBezTo>
                    <a:pt x="27110" y="45872"/>
                    <a:pt x="29776" y="45037"/>
                    <a:pt x="31726" y="43431"/>
                  </a:cubicBezTo>
                  <a:cubicBezTo>
                    <a:pt x="33611" y="41761"/>
                    <a:pt x="34586" y="39897"/>
                    <a:pt x="34586" y="37777"/>
                  </a:cubicBezTo>
                  <a:cubicBezTo>
                    <a:pt x="34586" y="34886"/>
                    <a:pt x="33416" y="32959"/>
                    <a:pt x="31141" y="31867"/>
                  </a:cubicBezTo>
                  <a:cubicBezTo>
                    <a:pt x="28865" y="30774"/>
                    <a:pt x="25420" y="30003"/>
                    <a:pt x="20869" y="29425"/>
                  </a:cubicBezTo>
                  <a:cubicBezTo>
                    <a:pt x="15408" y="28783"/>
                    <a:pt x="10857" y="27305"/>
                    <a:pt x="7216" y="24992"/>
                  </a:cubicBezTo>
                  <a:cubicBezTo>
                    <a:pt x="3641" y="22679"/>
                    <a:pt x="1820" y="19146"/>
                    <a:pt x="1820" y="14520"/>
                  </a:cubicBezTo>
                  <a:cubicBezTo>
                    <a:pt x="1820" y="10344"/>
                    <a:pt x="3576" y="6874"/>
                    <a:pt x="7151" y="4112"/>
                  </a:cubicBezTo>
                  <a:cubicBezTo>
                    <a:pt x="10662" y="1349"/>
                    <a:pt x="15538" y="0"/>
                    <a:pt x="21584" y="0"/>
                  </a:cubicBezTo>
                  <a:cubicBezTo>
                    <a:pt x="27630" y="0"/>
                    <a:pt x="32376" y="1349"/>
                    <a:pt x="35822" y="4048"/>
                  </a:cubicBezTo>
                  <a:cubicBezTo>
                    <a:pt x="39267" y="6746"/>
                    <a:pt x="41283" y="10601"/>
                    <a:pt x="41738" y="15612"/>
                  </a:cubicBezTo>
                  <a:lnTo>
                    <a:pt x="33091" y="15612"/>
                  </a:lnTo>
                  <a:cubicBezTo>
                    <a:pt x="32896" y="13171"/>
                    <a:pt x="31661" y="11179"/>
                    <a:pt x="29515" y="9701"/>
                  </a:cubicBezTo>
                  <a:cubicBezTo>
                    <a:pt x="27370" y="8224"/>
                    <a:pt x="24640" y="7517"/>
                    <a:pt x="21324" y="7517"/>
                  </a:cubicBezTo>
                  <a:cubicBezTo>
                    <a:pt x="18008" y="7517"/>
                    <a:pt x="15278" y="8159"/>
                    <a:pt x="13392" y="9444"/>
                  </a:cubicBezTo>
                  <a:cubicBezTo>
                    <a:pt x="11507" y="10729"/>
                    <a:pt x="10597" y="12400"/>
                    <a:pt x="10597" y="14456"/>
                  </a:cubicBezTo>
                  <a:cubicBezTo>
                    <a:pt x="10597" y="16511"/>
                    <a:pt x="11637" y="18182"/>
                    <a:pt x="13782" y="19531"/>
                  </a:cubicBezTo>
                  <a:cubicBezTo>
                    <a:pt x="15928" y="20880"/>
                    <a:pt x="19243" y="21716"/>
                    <a:pt x="23794" y="22165"/>
                  </a:cubicBezTo>
                  <a:cubicBezTo>
                    <a:pt x="27370" y="22551"/>
                    <a:pt x="30686" y="23257"/>
                    <a:pt x="33676" y="24221"/>
                  </a:cubicBezTo>
                  <a:cubicBezTo>
                    <a:pt x="36667" y="25185"/>
                    <a:pt x="39007" y="26663"/>
                    <a:pt x="40827" y="28718"/>
                  </a:cubicBezTo>
                  <a:cubicBezTo>
                    <a:pt x="42583" y="30774"/>
                    <a:pt x="43493" y="33665"/>
                    <a:pt x="43493" y="37328"/>
                  </a:cubicBezTo>
                  <a:cubicBezTo>
                    <a:pt x="43558" y="40411"/>
                    <a:pt x="42713" y="43174"/>
                    <a:pt x="40958" y="45615"/>
                  </a:cubicBezTo>
                  <a:cubicBezTo>
                    <a:pt x="39202" y="48057"/>
                    <a:pt x="36732" y="49984"/>
                    <a:pt x="33611" y="51398"/>
                  </a:cubicBezTo>
                  <a:cubicBezTo>
                    <a:pt x="30491" y="52811"/>
                    <a:pt x="26915" y="53518"/>
                    <a:pt x="22819" y="53518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E3B10A5-5973-AB9C-446A-3906F06D6779}"/>
                </a:ext>
              </a:extLst>
            </p:cNvPr>
            <p:cNvSpPr/>
            <p:nvPr/>
          </p:nvSpPr>
          <p:spPr>
            <a:xfrm>
              <a:off x="2301409" y="6549292"/>
              <a:ext cx="48824" cy="53453"/>
            </a:xfrm>
            <a:custGeom>
              <a:avLst/>
              <a:gdLst>
                <a:gd name="csX0" fmla="*/ 24900 w 48824"/>
                <a:gd name="csY0" fmla="*/ 53454 h 53453"/>
                <a:gd name="csX1" fmla="*/ 12027 w 48824"/>
                <a:gd name="csY1" fmla="*/ 50113 h 53453"/>
                <a:gd name="csX2" fmla="*/ 3251 w 48824"/>
                <a:gd name="csY2" fmla="*/ 40733 h 53453"/>
                <a:gd name="csX3" fmla="*/ 0 w 48824"/>
                <a:gd name="csY3" fmla="*/ 26727 h 53453"/>
                <a:gd name="csX4" fmla="*/ 3186 w 48824"/>
                <a:gd name="csY4" fmla="*/ 12721 h 53453"/>
                <a:gd name="csX5" fmla="*/ 11962 w 48824"/>
                <a:gd name="csY5" fmla="*/ 3341 h 53453"/>
                <a:gd name="csX6" fmla="*/ 25095 w 48824"/>
                <a:gd name="csY6" fmla="*/ 0 h 53453"/>
                <a:gd name="csX7" fmla="*/ 37902 w 48824"/>
                <a:gd name="csY7" fmla="*/ 3341 h 53453"/>
                <a:gd name="csX8" fmla="*/ 46029 w 48824"/>
                <a:gd name="csY8" fmla="*/ 12143 h 53453"/>
                <a:gd name="csX9" fmla="*/ 48824 w 48824"/>
                <a:gd name="csY9" fmla="*/ 23836 h 53453"/>
                <a:gd name="csX10" fmla="*/ 48824 w 48824"/>
                <a:gd name="csY10" fmla="*/ 26084 h 53453"/>
                <a:gd name="csX11" fmla="*/ 48824 w 48824"/>
                <a:gd name="csY11" fmla="*/ 28654 h 53453"/>
                <a:gd name="csX12" fmla="*/ 8777 w 48824"/>
                <a:gd name="csY12" fmla="*/ 28654 h 53453"/>
                <a:gd name="csX13" fmla="*/ 11442 w 48824"/>
                <a:gd name="csY13" fmla="*/ 38034 h 53453"/>
                <a:gd name="csX14" fmla="*/ 17358 w 48824"/>
                <a:gd name="csY14" fmla="*/ 43624 h 53453"/>
                <a:gd name="csX15" fmla="*/ 25030 w 48824"/>
                <a:gd name="csY15" fmla="*/ 45487 h 53453"/>
                <a:gd name="csX16" fmla="*/ 34001 w 48824"/>
                <a:gd name="csY16" fmla="*/ 43110 h 53453"/>
                <a:gd name="csX17" fmla="*/ 38877 w 48824"/>
                <a:gd name="csY17" fmla="*/ 36557 h 53453"/>
                <a:gd name="csX18" fmla="*/ 47524 w 48824"/>
                <a:gd name="csY18" fmla="*/ 36557 h 53453"/>
                <a:gd name="csX19" fmla="*/ 40112 w 48824"/>
                <a:gd name="csY19" fmla="*/ 48507 h 53453"/>
                <a:gd name="csX20" fmla="*/ 25030 w 48824"/>
                <a:gd name="csY20" fmla="*/ 53389 h 53453"/>
                <a:gd name="csX21" fmla="*/ 24900 w 48824"/>
                <a:gd name="csY21" fmla="*/ 7710 h 53453"/>
                <a:gd name="csX22" fmla="*/ 14368 w 48824"/>
                <a:gd name="csY22" fmla="*/ 11307 h 53453"/>
                <a:gd name="csX23" fmla="*/ 8777 w 48824"/>
                <a:gd name="csY23" fmla="*/ 21394 h 53453"/>
                <a:gd name="csX24" fmla="*/ 40177 w 48824"/>
                <a:gd name="csY24" fmla="*/ 21394 h 53453"/>
                <a:gd name="csX25" fmla="*/ 35562 w 48824"/>
                <a:gd name="csY25" fmla="*/ 11372 h 53453"/>
                <a:gd name="csX26" fmla="*/ 24900 w 48824"/>
                <a:gd name="csY26" fmla="*/ 7710 h 53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824" h="53453">
                  <a:moveTo>
                    <a:pt x="24900" y="53454"/>
                  </a:moveTo>
                  <a:cubicBezTo>
                    <a:pt x="20024" y="53454"/>
                    <a:pt x="15733" y="52361"/>
                    <a:pt x="12027" y="50113"/>
                  </a:cubicBezTo>
                  <a:cubicBezTo>
                    <a:pt x="8322" y="47864"/>
                    <a:pt x="5396" y="44780"/>
                    <a:pt x="3251" y="40733"/>
                  </a:cubicBezTo>
                  <a:cubicBezTo>
                    <a:pt x="1105" y="36685"/>
                    <a:pt x="0" y="32059"/>
                    <a:pt x="0" y="26727"/>
                  </a:cubicBezTo>
                  <a:cubicBezTo>
                    <a:pt x="0" y="21394"/>
                    <a:pt x="1040" y="16704"/>
                    <a:pt x="3186" y="12721"/>
                  </a:cubicBezTo>
                  <a:cubicBezTo>
                    <a:pt x="5331" y="8738"/>
                    <a:pt x="8257" y="5589"/>
                    <a:pt x="11962" y="3341"/>
                  </a:cubicBezTo>
                  <a:cubicBezTo>
                    <a:pt x="15733" y="1092"/>
                    <a:pt x="20089" y="0"/>
                    <a:pt x="25095" y="0"/>
                  </a:cubicBezTo>
                  <a:cubicBezTo>
                    <a:pt x="30101" y="0"/>
                    <a:pt x="34326" y="1092"/>
                    <a:pt x="37902" y="3341"/>
                  </a:cubicBezTo>
                  <a:cubicBezTo>
                    <a:pt x="41413" y="5589"/>
                    <a:pt x="44143" y="8481"/>
                    <a:pt x="46029" y="12143"/>
                  </a:cubicBezTo>
                  <a:cubicBezTo>
                    <a:pt x="47914" y="15805"/>
                    <a:pt x="48824" y="19660"/>
                    <a:pt x="48824" y="23836"/>
                  </a:cubicBezTo>
                  <a:cubicBezTo>
                    <a:pt x="48824" y="24607"/>
                    <a:pt x="48824" y="25313"/>
                    <a:pt x="48824" y="26084"/>
                  </a:cubicBezTo>
                  <a:cubicBezTo>
                    <a:pt x="48824" y="26855"/>
                    <a:pt x="48824" y="27690"/>
                    <a:pt x="48824" y="28654"/>
                  </a:cubicBezTo>
                  <a:lnTo>
                    <a:pt x="8777" y="28654"/>
                  </a:lnTo>
                  <a:cubicBezTo>
                    <a:pt x="8972" y="32445"/>
                    <a:pt x="9882" y="35593"/>
                    <a:pt x="11442" y="38034"/>
                  </a:cubicBezTo>
                  <a:cubicBezTo>
                    <a:pt x="13002" y="40540"/>
                    <a:pt x="14953" y="42403"/>
                    <a:pt x="17358" y="43624"/>
                  </a:cubicBezTo>
                  <a:cubicBezTo>
                    <a:pt x="19764" y="44844"/>
                    <a:pt x="22299" y="45487"/>
                    <a:pt x="25030" y="45487"/>
                  </a:cubicBezTo>
                  <a:cubicBezTo>
                    <a:pt x="28865" y="45487"/>
                    <a:pt x="31856" y="44716"/>
                    <a:pt x="34001" y="43110"/>
                  </a:cubicBezTo>
                  <a:cubicBezTo>
                    <a:pt x="36147" y="41504"/>
                    <a:pt x="37772" y="39319"/>
                    <a:pt x="38877" y="36557"/>
                  </a:cubicBezTo>
                  <a:lnTo>
                    <a:pt x="47524" y="36557"/>
                  </a:lnTo>
                  <a:cubicBezTo>
                    <a:pt x="46354" y="41311"/>
                    <a:pt x="43883" y="45294"/>
                    <a:pt x="40112" y="48507"/>
                  </a:cubicBezTo>
                  <a:cubicBezTo>
                    <a:pt x="36342" y="51783"/>
                    <a:pt x="31336" y="53389"/>
                    <a:pt x="25030" y="53389"/>
                  </a:cubicBezTo>
                  <a:close/>
                  <a:moveTo>
                    <a:pt x="24900" y="7710"/>
                  </a:moveTo>
                  <a:cubicBezTo>
                    <a:pt x="20869" y="7710"/>
                    <a:pt x="17358" y="8930"/>
                    <a:pt x="14368" y="11307"/>
                  </a:cubicBezTo>
                  <a:cubicBezTo>
                    <a:pt x="11377" y="13685"/>
                    <a:pt x="9492" y="17090"/>
                    <a:pt x="8777" y="21394"/>
                  </a:cubicBezTo>
                  <a:lnTo>
                    <a:pt x="40177" y="21394"/>
                  </a:lnTo>
                  <a:cubicBezTo>
                    <a:pt x="39917" y="17154"/>
                    <a:pt x="38357" y="13813"/>
                    <a:pt x="35562" y="11372"/>
                  </a:cubicBezTo>
                  <a:cubicBezTo>
                    <a:pt x="32766" y="8930"/>
                    <a:pt x="29190" y="7710"/>
                    <a:pt x="24900" y="7710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1188EF5-0074-8ED2-BF28-6AEC0405983C}"/>
                </a:ext>
              </a:extLst>
            </p:cNvPr>
            <p:cNvSpPr/>
            <p:nvPr/>
          </p:nvSpPr>
          <p:spPr>
            <a:xfrm>
              <a:off x="2365706" y="6549421"/>
              <a:ext cx="45963" cy="52232"/>
            </a:xfrm>
            <a:custGeom>
              <a:avLst/>
              <a:gdLst>
                <a:gd name="csX0" fmla="*/ 0 w 45963"/>
                <a:gd name="csY0" fmla="*/ 52104 h 52232"/>
                <a:gd name="csX1" fmla="*/ 0 w 45963"/>
                <a:gd name="csY1" fmla="*/ 44716 h 52232"/>
                <a:gd name="csX2" fmla="*/ 13197 w 45963"/>
                <a:gd name="csY2" fmla="*/ 44716 h 52232"/>
                <a:gd name="csX3" fmla="*/ 13197 w 45963"/>
                <a:gd name="csY3" fmla="*/ 11115 h 52232"/>
                <a:gd name="csX4" fmla="*/ 10727 w 45963"/>
                <a:gd name="csY4" fmla="*/ 8545 h 52232"/>
                <a:gd name="csX5" fmla="*/ 1365 w 45963"/>
                <a:gd name="csY5" fmla="*/ 8545 h 52232"/>
                <a:gd name="csX6" fmla="*/ 1365 w 45963"/>
                <a:gd name="csY6" fmla="*/ 1156 h 52232"/>
                <a:gd name="csX7" fmla="*/ 13978 w 45963"/>
                <a:gd name="csY7" fmla="*/ 1156 h 52232"/>
                <a:gd name="csX8" fmla="*/ 19504 w 45963"/>
                <a:gd name="csY8" fmla="*/ 3020 h 52232"/>
                <a:gd name="csX9" fmla="*/ 21584 w 45963"/>
                <a:gd name="csY9" fmla="*/ 8481 h 52232"/>
                <a:gd name="csX10" fmla="*/ 21584 w 45963"/>
                <a:gd name="csY10" fmla="*/ 10665 h 52232"/>
                <a:gd name="csX11" fmla="*/ 21974 w 45963"/>
                <a:gd name="csY11" fmla="*/ 10665 h 52232"/>
                <a:gd name="csX12" fmla="*/ 26720 w 45963"/>
                <a:gd name="csY12" fmla="*/ 2763 h 52232"/>
                <a:gd name="csX13" fmla="*/ 36472 w 45963"/>
                <a:gd name="csY13" fmla="*/ 0 h 52232"/>
                <a:gd name="csX14" fmla="*/ 45963 w 45963"/>
                <a:gd name="csY14" fmla="*/ 0 h 52232"/>
                <a:gd name="csX15" fmla="*/ 45963 w 45963"/>
                <a:gd name="csY15" fmla="*/ 9123 h 52232"/>
                <a:gd name="csX16" fmla="*/ 35236 w 45963"/>
                <a:gd name="csY16" fmla="*/ 9123 h 52232"/>
                <a:gd name="csX17" fmla="*/ 25485 w 45963"/>
                <a:gd name="csY17" fmla="*/ 13299 h 52232"/>
                <a:gd name="csX18" fmla="*/ 22039 w 45963"/>
                <a:gd name="csY18" fmla="*/ 23964 h 52232"/>
                <a:gd name="csX19" fmla="*/ 22039 w 45963"/>
                <a:gd name="csY19" fmla="*/ 44844 h 52232"/>
                <a:gd name="csX20" fmla="*/ 38292 w 45963"/>
                <a:gd name="csY20" fmla="*/ 44844 h 52232"/>
                <a:gd name="csX21" fmla="*/ 38292 w 45963"/>
                <a:gd name="csY21" fmla="*/ 52233 h 52232"/>
                <a:gd name="csX22" fmla="*/ 130 w 45963"/>
                <a:gd name="csY22" fmla="*/ 52233 h 52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45963" h="52232">
                  <a:moveTo>
                    <a:pt x="0" y="52104"/>
                  </a:moveTo>
                  <a:lnTo>
                    <a:pt x="0" y="44716"/>
                  </a:lnTo>
                  <a:lnTo>
                    <a:pt x="13197" y="44716"/>
                  </a:lnTo>
                  <a:lnTo>
                    <a:pt x="13197" y="11115"/>
                  </a:lnTo>
                  <a:cubicBezTo>
                    <a:pt x="13197" y="9380"/>
                    <a:pt x="12352" y="8545"/>
                    <a:pt x="10727" y="8545"/>
                  </a:cubicBezTo>
                  <a:lnTo>
                    <a:pt x="1365" y="8545"/>
                  </a:lnTo>
                  <a:lnTo>
                    <a:pt x="1365" y="1156"/>
                  </a:lnTo>
                  <a:lnTo>
                    <a:pt x="13978" y="1156"/>
                  </a:lnTo>
                  <a:cubicBezTo>
                    <a:pt x="16253" y="1156"/>
                    <a:pt x="18073" y="1799"/>
                    <a:pt x="19504" y="3020"/>
                  </a:cubicBezTo>
                  <a:cubicBezTo>
                    <a:pt x="20869" y="4240"/>
                    <a:pt x="21584" y="6103"/>
                    <a:pt x="21584" y="8481"/>
                  </a:cubicBezTo>
                  <a:lnTo>
                    <a:pt x="21584" y="10665"/>
                  </a:lnTo>
                  <a:lnTo>
                    <a:pt x="21974" y="10665"/>
                  </a:lnTo>
                  <a:cubicBezTo>
                    <a:pt x="22819" y="7260"/>
                    <a:pt x="24379" y="4626"/>
                    <a:pt x="26720" y="2763"/>
                  </a:cubicBezTo>
                  <a:cubicBezTo>
                    <a:pt x="29060" y="899"/>
                    <a:pt x="32311" y="0"/>
                    <a:pt x="36472" y="0"/>
                  </a:cubicBezTo>
                  <a:lnTo>
                    <a:pt x="45963" y="0"/>
                  </a:lnTo>
                  <a:lnTo>
                    <a:pt x="45963" y="9123"/>
                  </a:lnTo>
                  <a:lnTo>
                    <a:pt x="35236" y="9123"/>
                  </a:lnTo>
                  <a:cubicBezTo>
                    <a:pt x="31011" y="9123"/>
                    <a:pt x="27760" y="10537"/>
                    <a:pt x="25485" y="13299"/>
                  </a:cubicBezTo>
                  <a:cubicBezTo>
                    <a:pt x="23209" y="16062"/>
                    <a:pt x="22039" y="19595"/>
                    <a:pt x="22039" y="23964"/>
                  </a:cubicBezTo>
                  <a:lnTo>
                    <a:pt x="22039" y="44844"/>
                  </a:lnTo>
                  <a:lnTo>
                    <a:pt x="38292" y="44844"/>
                  </a:lnTo>
                  <a:lnTo>
                    <a:pt x="38292" y="52233"/>
                  </a:lnTo>
                  <a:lnTo>
                    <a:pt x="130" y="52233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76C8BF4-8921-94CE-2301-71D87D6CB636}"/>
                </a:ext>
              </a:extLst>
            </p:cNvPr>
            <p:cNvSpPr/>
            <p:nvPr/>
          </p:nvSpPr>
          <p:spPr>
            <a:xfrm>
              <a:off x="2422786" y="6550513"/>
              <a:ext cx="55585" cy="51012"/>
            </a:xfrm>
            <a:custGeom>
              <a:avLst/>
              <a:gdLst>
                <a:gd name="csX0" fmla="*/ 22689 w 55585"/>
                <a:gd name="csY0" fmla="*/ 51012 h 51012"/>
                <a:gd name="csX1" fmla="*/ 0 w 55585"/>
                <a:gd name="csY1" fmla="*/ 0 h 51012"/>
                <a:gd name="csX2" fmla="*/ 10012 w 55585"/>
                <a:gd name="csY2" fmla="*/ 0 h 51012"/>
                <a:gd name="csX3" fmla="*/ 27825 w 55585"/>
                <a:gd name="csY3" fmla="*/ 41504 h 51012"/>
                <a:gd name="csX4" fmla="*/ 45703 w 55585"/>
                <a:gd name="csY4" fmla="*/ 0 h 51012"/>
                <a:gd name="csX5" fmla="*/ 55585 w 55585"/>
                <a:gd name="csY5" fmla="*/ 0 h 51012"/>
                <a:gd name="csX6" fmla="*/ 32831 w 55585"/>
                <a:gd name="csY6" fmla="*/ 51012 h 51012"/>
                <a:gd name="csX7" fmla="*/ 22754 w 55585"/>
                <a:gd name="csY7" fmla="*/ 51012 h 51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5585" h="51012">
                  <a:moveTo>
                    <a:pt x="22689" y="51012"/>
                  </a:moveTo>
                  <a:lnTo>
                    <a:pt x="0" y="0"/>
                  </a:lnTo>
                  <a:lnTo>
                    <a:pt x="10012" y="0"/>
                  </a:lnTo>
                  <a:lnTo>
                    <a:pt x="27825" y="41504"/>
                  </a:lnTo>
                  <a:lnTo>
                    <a:pt x="45703" y="0"/>
                  </a:lnTo>
                  <a:lnTo>
                    <a:pt x="55585" y="0"/>
                  </a:lnTo>
                  <a:lnTo>
                    <a:pt x="32831" y="51012"/>
                  </a:lnTo>
                  <a:lnTo>
                    <a:pt x="22754" y="51012"/>
                  </a:ln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0B6A4D9-5E83-7092-CC95-ED565D168B7A}"/>
                </a:ext>
              </a:extLst>
            </p:cNvPr>
            <p:cNvSpPr/>
            <p:nvPr/>
          </p:nvSpPr>
          <p:spPr>
            <a:xfrm>
              <a:off x="2488643" y="6549292"/>
              <a:ext cx="48823" cy="53453"/>
            </a:xfrm>
            <a:custGeom>
              <a:avLst/>
              <a:gdLst>
                <a:gd name="csX0" fmla="*/ 24899 w 48823"/>
                <a:gd name="csY0" fmla="*/ 53454 h 53453"/>
                <a:gd name="csX1" fmla="*/ 12027 w 48823"/>
                <a:gd name="csY1" fmla="*/ 50113 h 53453"/>
                <a:gd name="csX2" fmla="*/ 3251 w 48823"/>
                <a:gd name="csY2" fmla="*/ 40733 h 53453"/>
                <a:gd name="csX3" fmla="*/ 0 w 48823"/>
                <a:gd name="csY3" fmla="*/ 26727 h 53453"/>
                <a:gd name="csX4" fmla="*/ 3186 w 48823"/>
                <a:gd name="csY4" fmla="*/ 12721 h 53453"/>
                <a:gd name="csX5" fmla="*/ 11962 w 48823"/>
                <a:gd name="csY5" fmla="*/ 3341 h 53453"/>
                <a:gd name="csX6" fmla="*/ 25095 w 48823"/>
                <a:gd name="csY6" fmla="*/ 0 h 53453"/>
                <a:gd name="csX7" fmla="*/ 37902 w 48823"/>
                <a:gd name="csY7" fmla="*/ 3341 h 53453"/>
                <a:gd name="csX8" fmla="*/ 46028 w 48823"/>
                <a:gd name="csY8" fmla="*/ 12143 h 53453"/>
                <a:gd name="csX9" fmla="*/ 48824 w 48823"/>
                <a:gd name="csY9" fmla="*/ 23836 h 53453"/>
                <a:gd name="csX10" fmla="*/ 48824 w 48823"/>
                <a:gd name="csY10" fmla="*/ 26084 h 53453"/>
                <a:gd name="csX11" fmla="*/ 48824 w 48823"/>
                <a:gd name="csY11" fmla="*/ 28654 h 53453"/>
                <a:gd name="csX12" fmla="*/ 8776 w 48823"/>
                <a:gd name="csY12" fmla="*/ 28654 h 53453"/>
                <a:gd name="csX13" fmla="*/ 11442 w 48823"/>
                <a:gd name="csY13" fmla="*/ 38034 h 53453"/>
                <a:gd name="csX14" fmla="*/ 17358 w 48823"/>
                <a:gd name="csY14" fmla="*/ 43624 h 53453"/>
                <a:gd name="csX15" fmla="*/ 25029 w 48823"/>
                <a:gd name="csY15" fmla="*/ 45487 h 53453"/>
                <a:gd name="csX16" fmla="*/ 34001 w 48823"/>
                <a:gd name="csY16" fmla="*/ 43110 h 53453"/>
                <a:gd name="csX17" fmla="*/ 38877 w 48823"/>
                <a:gd name="csY17" fmla="*/ 36557 h 53453"/>
                <a:gd name="csX18" fmla="*/ 47524 w 48823"/>
                <a:gd name="csY18" fmla="*/ 36557 h 53453"/>
                <a:gd name="csX19" fmla="*/ 40112 w 48823"/>
                <a:gd name="csY19" fmla="*/ 48507 h 53453"/>
                <a:gd name="csX20" fmla="*/ 25029 w 48823"/>
                <a:gd name="csY20" fmla="*/ 53389 h 53453"/>
                <a:gd name="csX21" fmla="*/ 24899 w 48823"/>
                <a:gd name="csY21" fmla="*/ 7710 h 53453"/>
                <a:gd name="csX22" fmla="*/ 14368 w 48823"/>
                <a:gd name="csY22" fmla="*/ 11307 h 53453"/>
                <a:gd name="csX23" fmla="*/ 8776 w 48823"/>
                <a:gd name="csY23" fmla="*/ 21394 h 53453"/>
                <a:gd name="csX24" fmla="*/ 40177 w 48823"/>
                <a:gd name="csY24" fmla="*/ 21394 h 53453"/>
                <a:gd name="csX25" fmla="*/ 35562 w 48823"/>
                <a:gd name="csY25" fmla="*/ 11372 h 53453"/>
                <a:gd name="csX26" fmla="*/ 24899 w 48823"/>
                <a:gd name="csY26" fmla="*/ 7710 h 53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8823" h="53453">
                  <a:moveTo>
                    <a:pt x="24899" y="53454"/>
                  </a:moveTo>
                  <a:cubicBezTo>
                    <a:pt x="20024" y="53454"/>
                    <a:pt x="15733" y="52361"/>
                    <a:pt x="12027" y="50113"/>
                  </a:cubicBezTo>
                  <a:cubicBezTo>
                    <a:pt x="8322" y="47864"/>
                    <a:pt x="5396" y="44780"/>
                    <a:pt x="3251" y="40733"/>
                  </a:cubicBezTo>
                  <a:cubicBezTo>
                    <a:pt x="1105" y="36685"/>
                    <a:pt x="0" y="32059"/>
                    <a:pt x="0" y="26727"/>
                  </a:cubicBezTo>
                  <a:cubicBezTo>
                    <a:pt x="0" y="21394"/>
                    <a:pt x="1040" y="16704"/>
                    <a:pt x="3186" y="12721"/>
                  </a:cubicBezTo>
                  <a:cubicBezTo>
                    <a:pt x="5331" y="8738"/>
                    <a:pt x="8256" y="5589"/>
                    <a:pt x="11962" y="3341"/>
                  </a:cubicBezTo>
                  <a:cubicBezTo>
                    <a:pt x="15733" y="1092"/>
                    <a:pt x="20089" y="0"/>
                    <a:pt x="25095" y="0"/>
                  </a:cubicBezTo>
                  <a:cubicBezTo>
                    <a:pt x="30100" y="0"/>
                    <a:pt x="34326" y="1092"/>
                    <a:pt x="37902" y="3341"/>
                  </a:cubicBezTo>
                  <a:cubicBezTo>
                    <a:pt x="41413" y="5589"/>
                    <a:pt x="44143" y="8481"/>
                    <a:pt x="46028" y="12143"/>
                  </a:cubicBezTo>
                  <a:cubicBezTo>
                    <a:pt x="47914" y="15805"/>
                    <a:pt x="48824" y="19660"/>
                    <a:pt x="48824" y="23836"/>
                  </a:cubicBezTo>
                  <a:cubicBezTo>
                    <a:pt x="48824" y="24607"/>
                    <a:pt x="48824" y="25313"/>
                    <a:pt x="48824" y="26084"/>
                  </a:cubicBezTo>
                  <a:cubicBezTo>
                    <a:pt x="48824" y="26855"/>
                    <a:pt x="48824" y="27690"/>
                    <a:pt x="48824" y="28654"/>
                  </a:cubicBezTo>
                  <a:lnTo>
                    <a:pt x="8776" y="28654"/>
                  </a:lnTo>
                  <a:cubicBezTo>
                    <a:pt x="8971" y="32445"/>
                    <a:pt x="9882" y="35593"/>
                    <a:pt x="11442" y="38034"/>
                  </a:cubicBezTo>
                  <a:cubicBezTo>
                    <a:pt x="13002" y="40540"/>
                    <a:pt x="14953" y="42403"/>
                    <a:pt x="17358" y="43624"/>
                  </a:cubicBezTo>
                  <a:cubicBezTo>
                    <a:pt x="19763" y="44844"/>
                    <a:pt x="22299" y="45487"/>
                    <a:pt x="25029" y="45487"/>
                  </a:cubicBezTo>
                  <a:cubicBezTo>
                    <a:pt x="28865" y="45487"/>
                    <a:pt x="31856" y="44716"/>
                    <a:pt x="34001" y="43110"/>
                  </a:cubicBezTo>
                  <a:cubicBezTo>
                    <a:pt x="36147" y="41504"/>
                    <a:pt x="37772" y="39319"/>
                    <a:pt x="38877" y="36557"/>
                  </a:cubicBezTo>
                  <a:lnTo>
                    <a:pt x="47524" y="36557"/>
                  </a:lnTo>
                  <a:cubicBezTo>
                    <a:pt x="46353" y="41311"/>
                    <a:pt x="43883" y="45294"/>
                    <a:pt x="40112" y="48507"/>
                  </a:cubicBezTo>
                  <a:cubicBezTo>
                    <a:pt x="36342" y="51783"/>
                    <a:pt x="31336" y="53389"/>
                    <a:pt x="25029" y="53389"/>
                  </a:cubicBezTo>
                  <a:close/>
                  <a:moveTo>
                    <a:pt x="24899" y="7710"/>
                  </a:moveTo>
                  <a:cubicBezTo>
                    <a:pt x="20869" y="7710"/>
                    <a:pt x="17358" y="8930"/>
                    <a:pt x="14368" y="11307"/>
                  </a:cubicBezTo>
                  <a:cubicBezTo>
                    <a:pt x="11377" y="13685"/>
                    <a:pt x="9492" y="17090"/>
                    <a:pt x="8776" y="21394"/>
                  </a:cubicBezTo>
                  <a:lnTo>
                    <a:pt x="40177" y="21394"/>
                  </a:lnTo>
                  <a:cubicBezTo>
                    <a:pt x="39917" y="17154"/>
                    <a:pt x="38357" y="13813"/>
                    <a:pt x="35562" y="11372"/>
                  </a:cubicBezTo>
                  <a:cubicBezTo>
                    <a:pt x="32766" y="8930"/>
                    <a:pt x="29190" y="7710"/>
                    <a:pt x="24899" y="7710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B1B196D-BC26-1439-5800-FA3D7822C704}"/>
                </a:ext>
              </a:extLst>
            </p:cNvPr>
            <p:cNvSpPr/>
            <p:nvPr/>
          </p:nvSpPr>
          <p:spPr>
            <a:xfrm>
              <a:off x="2550925" y="6527448"/>
              <a:ext cx="47523" cy="75297"/>
            </a:xfrm>
            <a:custGeom>
              <a:avLst/>
              <a:gdLst>
                <a:gd name="csX0" fmla="*/ 22689 w 47523"/>
                <a:gd name="csY0" fmla="*/ 75298 h 75297"/>
                <a:gd name="csX1" fmla="*/ 10987 w 47523"/>
                <a:gd name="csY1" fmla="*/ 72214 h 75297"/>
                <a:gd name="csX2" fmla="*/ 2926 w 47523"/>
                <a:gd name="csY2" fmla="*/ 63091 h 75297"/>
                <a:gd name="csX3" fmla="*/ 0 w 47523"/>
                <a:gd name="csY3" fmla="*/ 48442 h 75297"/>
                <a:gd name="csX4" fmla="*/ 2926 w 47523"/>
                <a:gd name="csY4" fmla="*/ 33922 h 75297"/>
                <a:gd name="csX5" fmla="*/ 10987 w 47523"/>
                <a:gd name="csY5" fmla="*/ 24864 h 75297"/>
                <a:gd name="csX6" fmla="*/ 22689 w 47523"/>
                <a:gd name="csY6" fmla="*/ 21780 h 75297"/>
                <a:gd name="csX7" fmla="*/ 32831 w 47523"/>
                <a:gd name="csY7" fmla="*/ 24157 h 75297"/>
                <a:gd name="csX8" fmla="*/ 38812 w 47523"/>
                <a:gd name="csY8" fmla="*/ 30325 h 75297"/>
                <a:gd name="csX9" fmla="*/ 38812 w 47523"/>
                <a:gd name="csY9" fmla="*/ 0 h 75297"/>
                <a:gd name="csX10" fmla="*/ 47524 w 47523"/>
                <a:gd name="csY10" fmla="*/ 0 h 75297"/>
                <a:gd name="csX11" fmla="*/ 47524 w 47523"/>
                <a:gd name="csY11" fmla="*/ 74013 h 75297"/>
                <a:gd name="csX12" fmla="*/ 40372 w 47523"/>
                <a:gd name="csY12" fmla="*/ 74013 h 75297"/>
                <a:gd name="csX13" fmla="*/ 39462 w 47523"/>
                <a:gd name="csY13" fmla="*/ 66110 h 75297"/>
                <a:gd name="csX14" fmla="*/ 38812 w 47523"/>
                <a:gd name="csY14" fmla="*/ 66110 h 75297"/>
                <a:gd name="csX15" fmla="*/ 32701 w 47523"/>
                <a:gd name="csY15" fmla="*/ 72792 h 75297"/>
                <a:gd name="csX16" fmla="*/ 22689 w 47523"/>
                <a:gd name="csY16" fmla="*/ 75233 h 75297"/>
                <a:gd name="csX17" fmla="*/ 23859 w 47523"/>
                <a:gd name="csY17" fmla="*/ 67074 h 75297"/>
                <a:gd name="csX18" fmla="*/ 34651 w 47523"/>
                <a:gd name="csY18" fmla="*/ 62512 h 75297"/>
                <a:gd name="csX19" fmla="*/ 38942 w 47523"/>
                <a:gd name="csY19" fmla="*/ 48571 h 75297"/>
                <a:gd name="csX20" fmla="*/ 34651 w 47523"/>
                <a:gd name="csY20" fmla="*/ 34629 h 75297"/>
                <a:gd name="csX21" fmla="*/ 23859 w 47523"/>
                <a:gd name="csY21" fmla="*/ 30068 h 75297"/>
                <a:gd name="csX22" fmla="*/ 13067 w 47523"/>
                <a:gd name="csY22" fmla="*/ 34629 h 75297"/>
                <a:gd name="csX23" fmla="*/ 8842 w 47523"/>
                <a:gd name="csY23" fmla="*/ 48571 h 75297"/>
                <a:gd name="csX24" fmla="*/ 13067 w 47523"/>
                <a:gd name="csY24" fmla="*/ 62512 h 75297"/>
                <a:gd name="csX25" fmla="*/ 23859 w 47523"/>
                <a:gd name="csY25" fmla="*/ 67074 h 752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47523" h="75297">
                  <a:moveTo>
                    <a:pt x="22689" y="75298"/>
                  </a:moveTo>
                  <a:cubicBezTo>
                    <a:pt x="18333" y="75298"/>
                    <a:pt x="14433" y="74270"/>
                    <a:pt x="10987" y="72214"/>
                  </a:cubicBezTo>
                  <a:cubicBezTo>
                    <a:pt x="7541" y="70158"/>
                    <a:pt x="4876" y="67138"/>
                    <a:pt x="2926" y="63091"/>
                  </a:cubicBezTo>
                  <a:cubicBezTo>
                    <a:pt x="975" y="59107"/>
                    <a:pt x="0" y="54225"/>
                    <a:pt x="0" y="48442"/>
                  </a:cubicBezTo>
                  <a:cubicBezTo>
                    <a:pt x="0" y="42660"/>
                    <a:pt x="975" y="37906"/>
                    <a:pt x="2926" y="33922"/>
                  </a:cubicBezTo>
                  <a:cubicBezTo>
                    <a:pt x="4876" y="29939"/>
                    <a:pt x="7541" y="26920"/>
                    <a:pt x="10987" y="24864"/>
                  </a:cubicBezTo>
                  <a:cubicBezTo>
                    <a:pt x="14433" y="22808"/>
                    <a:pt x="18333" y="21780"/>
                    <a:pt x="22689" y="21780"/>
                  </a:cubicBezTo>
                  <a:cubicBezTo>
                    <a:pt x="26785" y="21780"/>
                    <a:pt x="30166" y="22551"/>
                    <a:pt x="32831" y="24157"/>
                  </a:cubicBezTo>
                  <a:cubicBezTo>
                    <a:pt x="35496" y="25763"/>
                    <a:pt x="37512" y="27819"/>
                    <a:pt x="38812" y="30325"/>
                  </a:cubicBezTo>
                  <a:lnTo>
                    <a:pt x="38812" y="0"/>
                  </a:lnTo>
                  <a:lnTo>
                    <a:pt x="47524" y="0"/>
                  </a:lnTo>
                  <a:lnTo>
                    <a:pt x="47524" y="74013"/>
                  </a:lnTo>
                  <a:lnTo>
                    <a:pt x="40372" y="74013"/>
                  </a:lnTo>
                  <a:lnTo>
                    <a:pt x="39462" y="66110"/>
                  </a:lnTo>
                  <a:lnTo>
                    <a:pt x="38812" y="66110"/>
                  </a:lnTo>
                  <a:cubicBezTo>
                    <a:pt x="37447" y="68937"/>
                    <a:pt x="35367" y="71121"/>
                    <a:pt x="32701" y="72792"/>
                  </a:cubicBezTo>
                  <a:cubicBezTo>
                    <a:pt x="29971" y="74462"/>
                    <a:pt x="26655" y="75233"/>
                    <a:pt x="22689" y="75233"/>
                  </a:cubicBezTo>
                  <a:close/>
                  <a:moveTo>
                    <a:pt x="23859" y="67074"/>
                  </a:moveTo>
                  <a:cubicBezTo>
                    <a:pt x="28215" y="67074"/>
                    <a:pt x="31856" y="65532"/>
                    <a:pt x="34651" y="62512"/>
                  </a:cubicBezTo>
                  <a:cubicBezTo>
                    <a:pt x="37512" y="59493"/>
                    <a:pt x="38942" y="54803"/>
                    <a:pt x="38942" y="48571"/>
                  </a:cubicBezTo>
                  <a:cubicBezTo>
                    <a:pt x="38942" y="42339"/>
                    <a:pt x="37512" y="37713"/>
                    <a:pt x="34651" y="34629"/>
                  </a:cubicBezTo>
                  <a:cubicBezTo>
                    <a:pt x="31791" y="31610"/>
                    <a:pt x="28215" y="30068"/>
                    <a:pt x="23859" y="30068"/>
                  </a:cubicBezTo>
                  <a:cubicBezTo>
                    <a:pt x="19504" y="30068"/>
                    <a:pt x="15928" y="31610"/>
                    <a:pt x="13067" y="34629"/>
                  </a:cubicBezTo>
                  <a:cubicBezTo>
                    <a:pt x="10272" y="37649"/>
                    <a:pt x="8842" y="42339"/>
                    <a:pt x="8842" y="48571"/>
                  </a:cubicBezTo>
                  <a:cubicBezTo>
                    <a:pt x="8842" y="54803"/>
                    <a:pt x="10272" y="59429"/>
                    <a:pt x="13067" y="62512"/>
                  </a:cubicBezTo>
                  <a:cubicBezTo>
                    <a:pt x="15863" y="65532"/>
                    <a:pt x="19439" y="67074"/>
                    <a:pt x="23859" y="67074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883E60E-22DA-7D13-45F0-BBA2B5EB2CA9}"/>
                </a:ext>
              </a:extLst>
            </p:cNvPr>
            <p:cNvSpPr/>
            <p:nvPr/>
          </p:nvSpPr>
          <p:spPr>
            <a:xfrm>
              <a:off x="2629979" y="6586748"/>
              <a:ext cx="15602" cy="14969"/>
            </a:xfrm>
            <a:custGeom>
              <a:avLst/>
              <a:gdLst>
                <a:gd name="csX0" fmla="*/ 7802 w 15602"/>
                <a:gd name="csY0" fmla="*/ 14970 h 14969"/>
                <a:gd name="csX1" fmla="*/ 2275 w 15602"/>
                <a:gd name="csY1" fmla="*/ 12785 h 14969"/>
                <a:gd name="csX2" fmla="*/ 0 w 15602"/>
                <a:gd name="csY2" fmla="*/ 7453 h 14969"/>
                <a:gd name="csX3" fmla="*/ 2275 w 15602"/>
                <a:gd name="csY3" fmla="*/ 2184 h 14969"/>
                <a:gd name="csX4" fmla="*/ 7802 w 15602"/>
                <a:gd name="csY4" fmla="*/ 0 h 14969"/>
                <a:gd name="csX5" fmla="*/ 13327 w 15602"/>
                <a:gd name="csY5" fmla="*/ 2184 h 14969"/>
                <a:gd name="csX6" fmla="*/ 15603 w 15602"/>
                <a:gd name="csY6" fmla="*/ 7453 h 14969"/>
                <a:gd name="csX7" fmla="*/ 13327 w 15602"/>
                <a:gd name="csY7" fmla="*/ 12785 h 14969"/>
                <a:gd name="csX8" fmla="*/ 7802 w 15602"/>
                <a:gd name="csY8" fmla="*/ 14970 h 149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602" h="14969">
                  <a:moveTo>
                    <a:pt x="7802" y="14970"/>
                  </a:moveTo>
                  <a:cubicBezTo>
                    <a:pt x="5656" y="14970"/>
                    <a:pt x="3836" y="14263"/>
                    <a:pt x="2275" y="12785"/>
                  </a:cubicBezTo>
                  <a:cubicBezTo>
                    <a:pt x="780" y="11372"/>
                    <a:pt x="0" y="9573"/>
                    <a:pt x="0" y="7453"/>
                  </a:cubicBezTo>
                  <a:cubicBezTo>
                    <a:pt x="0" y="5333"/>
                    <a:pt x="780" y="3662"/>
                    <a:pt x="2275" y="2184"/>
                  </a:cubicBezTo>
                  <a:cubicBezTo>
                    <a:pt x="3771" y="771"/>
                    <a:pt x="5656" y="0"/>
                    <a:pt x="7802" y="0"/>
                  </a:cubicBezTo>
                  <a:cubicBezTo>
                    <a:pt x="9947" y="0"/>
                    <a:pt x="11767" y="707"/>
                    <a:pt x="13327" y="2184"/>
                  </a:cubicBezTo>
                  <a:cubicBezTo>
                    <a:pt x="14823" y="3598"/>
                    <a:pt x="15603" y="5397"/>
                    <a:pt x="15603" y="7453"/>
                  </a:cubicBezTo>
                  <a:cubicBezTo>
                    <a:pt x="15603" y="9509"/>
                    <a:pt x="14823" y="11372"/>
                    <a:pt x="13327" y="12785"/>
                  </a:cubicBezTo>
                  <a:cubicBezTo>
                    <a:pt x="11832" y="14199"/>
                    <a:pt x="9947" y="14970"/>
                    <a:pt x="7802" y="14970"/>
                  </a:cubicBezTo>
                  <a:close/>
                </a:path>
              </a:pathLst>
            </a:custGeom>
            <a:solidFill>
              <a:srgbClr val="000000"/>
            </a:solidFill>
            <a:ln w="65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Freeform 61">
            <a:extLst>
              <a:ext uri="{FF2B5EF4-FFF2-40B4-BE49-F238E27FC236}">
                <a16:creationId xmlns:a16="http://schemas.microsoft.com/office/drawing/2014/main" id="{784BD054-54A3-C4FF-3318-8A34C10464B4}"/>
              </a:ext>
            </a:extLst>
          </p:cNvPr>
          <p:cNvSpPr/>
          <p:nvPr/>
        </p:nvSpPr>
        <p:spPr>
          <a:xfrm>
            <a:off x="11779045" y="6353211"/>
            <a:ext cx="412955" cy="504789"/>
          </a:xfrm>
          <a:custGeom>
            <a:avLst/>
            <a:gdLst>
              <a:gd name="csX0" fmla="*/ 412956 w 412955"/>
              <a:gd name="csY0" fmla="*/ 0 h 504789"/>
              <a:gd name="csX1" fmla="*/ 0 w 412955"/>
              <a:gd name="csY1" fmla="*/ 504789 h 504789"/>
              <a:gd name="csX2" fmla="*/ 412956 w 412955"/>
              <a:gd name="csY2" fmla="*/ 504789 h 504789"/>
              <a:gd name="csX3" fmla="*/ 412956 w 412955"/>
              <a:gd name="csY3" fmla="*/ 0 h 504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2955" h="504789">
                <a:moveTo>
                  <a:pt x="412956" y="0"/>
                </a:moveTo>
                <a:lnTo>
                  <a:pt x="0" y="504789"/>
                </a:lnTo>
                <a:lnTo>
                  <a:pt x="412956" y="504789"/>
                </a:lnTo>
                <a:lnTo>
                  <a:pt x="412956" y="0"/>
                </a:lnTo>
                <a:close/>
              </a:path>
            </a:pathLst>
          </a:custGeom>
          <a:solidFill>
            <a:srgbClr val="222734"/>
          </a:solidFill>
          <a:ln w="65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25A13C-B0EE-3E71-A3F3-293413BD7B2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53336"/>
            <a:ext cx="8979301" cy="0"/>
          </a:xfrm>
          <a:prstGeom prst="line">
            <a:avLst/>
          </a:prstGeom>
          <a:ln w="6500" cap="flat">
            <a:solidFill>
              <a:srgbClr val="222734"/>
            </a:solidFill>
            <a:prstDash val="solid"/>
            <a:miter/>
            <a:headEnd type="none"/>
          </a:ln>
        </p:spPr>
      </p:cxnSp>
    </p:spTree>
    <p:extLst>
      <p:ext uri="{BB962C8B-B14F-4D97-AF65-F5344CB8AC3E}">
        <p14:creationId xmlns:p14="http://schemas.microsoft.com/office/powerpoint/2010/main" val="416928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5" r:id="rId4"/>
    <p:sldLayoutId id="2147483663" r:id="rId5"/>
    <p:sldLayoutId id="2147483655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287" userDrawn="1">
          <p15:clr>
            <a:srgbClr val="F26B43"/>
          </p15:clr>
        </p15:guide>
        <p15:guide id="5" orient="horz" pos="391" userDrawn="1">
          <p15:clr>
            <a:srgbClr val="F26B43"/>
          </p15:clr>
        </p15:guide>
        <p15:guide id="6" orient="horz" pos="37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D0286A-2971-7C8B-2959-435B49F4AC4E}"/>
              </a:ext>
            </a:extLst>
          </p:cNvPr>
          <p:cNvSpPr/>
          <p:nvPr/>
        </p:nvSpPr>
        <p:spPr>
          <a:xfrm>
            <a:off x="0" y="0"/>
            <a:ext cx="64897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13" name="Rectangle 1">
            <a:extLst>
              <a:ext uri="{FF2B5EF4-FFF2-40B4-BE49-F238E27FC236}">
                <a16:creationId xmlns:a16="http://schemas.microsoft.com/office/drawing/2014/main" id="{25E83586-2B14-5B14-A59A-781CA3561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0"/>
            <a:ext cx="5797550" cy="6858000"/>
          </a:xfrm>
          <a:prstGeom prst="rect">
            <a:avLst/>
          </a:prstGeom>
          <a:solidFill>
            <a:srgbClr val="15181E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4" name="Oval 2">
            <a:extLst>
              <a:ext uri="{FF2B5EF4-FFF2-40B4-BE49-F238E27FC236}">
                <a16:creationId xmlns:a16="http://schemas.microsoft.com/office/drawing/2014/main" id="{4AA48EDF-F83A-71F1-DAAD-75B0C28B0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5" name="Oval 3">
            <a:extLst>
              <a:ext uri="{FF2B5EF4-FFF2-40B4-BE49-F238E27FC236}">
                <a16:creationId xmlns:a16="http://schemas.microsoft.com/office/drawing/2014/main" id="{814DE963-E73A-87B3-A4C1-3464A999F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6" name="Oval 4">
            <a:extLst>
              <a:ext uri="{FF2B5EF4-FFF2-40B4-BE49-F238E27FC236}">
                <a16:creationId xmlns:a16="http://schemas.microsoft.com/office/drawing/2014/main" id="{F5BDB40F-ED38-2FAA-4FF2-B868C7BE7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7" name="Oval 5">
            <a:extLst>
              <a:ext uri="{FF2B5EF4-FFF2-40B4-BE49-F238E27FC236}">
                <a16:creationId xmlns:a16="http://schemas.microsoft.com/office/drawing/2014/main" id="{D6B9585E-93A7-52DD-FBA1-0ACDB9002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8" name="Oval 6">
            <a:extLst>
              <a:ext uri="{FF2B5EF4-FFF2-40B4-BE49-F238E27FC236}">
                <a16:creationId xmlns:a16="http://schemas.microsoft.com/office/drawing/2014/main" id="{AB17CD23-743A-E206-12EA-EE20C2444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9" name="Oval 7">
            <a:extLst>
              <a:ext uri="{FF2B5EF4-FFF2-40B4-BE49-F238E27FC236}">
                <a16:creationId xmlns:a16="http://schemas.microsoft.com/office/drawing/2014/main" id="{649D2C6E-6967-AD52-6AA8-F5CE8D0A6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0" name="Oval 8">
            <a:extLst>
              <a:ext uri="{FF2B5EF4-FFF2-40B4-BE49-F238E27FC236}">
                <a16:creationId xmlns:a16="http://schemas.microsoft.com/office/drawing/2014/main" id="{A85C5FF3-0E5A-A720-236C-D412C40E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1" name="Oval 9">
            <a:extLst>
              <a:ext uri="{FF2B5EF4-FFF2-40B4-BE49-F238E27FC236}">
                <a16:creationId xmlns:a16="http://schemas.microsoft.com/office/drawing/2014/main" id="{264176CC-FE22-D29B-443B-489EFADCF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2" name="Oval 10">
            <a:extLst>
              <a:ext uri="{FF2B5EF4-FFF2-40B4-BE49-F238E27FC236}">
                <a16:creationId xmlns:a16="http://schemas.microsoft.com/office/drawing/2014/main" id="{40A8ECE4-304C-D68E-437E-C85334D7F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3" name="Oval 11">
            <a:extLst>
              <a:ext uri="{FF2B5EF4-FFF2-40B4-BE49-F238E27FC236}">
                <a16:creationId xmlns:a16="http://schemas.microsoft.com/office/drawing/2014/main" id="{8B3549FB-6A5F-E098-DA13-DEA6DA768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4" name="Oval 12">
            <a:extLst>
              <a:ext uri="{FF2B5EF4-FFF2-40B4-BE49-F238E27FC236}">
                <a16:creationId xmlns:a16="http://schemas.microsoft.com/office/drawing/2014/main" id="{DDB19F02-99C5-9CE0-2F5B-1F0B2B44C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5" name="Oval 13">
            <a:extLst>
              <a:ext uri="{FF2B5EF4-FFF2-40B4-BE49-F238E27FC236}">
                <a16:creationId xmlns:a16="http://schemas.microsoft.com/office/drawing/2014/main" id="{8674A663-82CF-B659-5DC0-B87CC28C3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6" name="Oval 14">
            <a:extLst>
              <a:ext uri="{FF2B5EF4-FFF2-40B4-BE49-F238E27FC236}">
                <a16:creationId xmlns:a16="http://schemas.microsoft.com/office/drawing/2014/main" id="{D0425309-BB73-6507-6CF5-FD00AC8B0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7" name="Oval 15">
            <a:extLst>
              <a:ext uri="{FF2B5EF4-FFF2-40B4-BE49-F238E27FC236}">
                <a16:creationId xmlns:a16="http://schemas.microsoft.com/office/drawing/2014/main" id="{50E312DB-F4EF-8185-9777-E201B131F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8" name="Oval 16">
            <a:extLst>
              <a:ext uri="{FF2B5EF4-FFF2-40B4-BE49-F238E27FC236}">
                <a16:creationId xmlns:a16="http://schemas.microsoft.com/office/drawing/2014/main" id="{09926923-9426-AA32-F70E-E1318EB15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9" name="Oval 17">
            <a:extLst>
              <a:ext uri="{FF2B5EF4-FFF2-40B4-BE49-F238E27FC236}">
                <a16:creationId xmlns:a16="http://schemas.microsoft.com/office/drawing/2014/main" id="{D1E3D211-EACD-78C6-8442-AD0B7B20F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0" name="Oval 18">
            <a:extLst>
              <a:ext uri="{FF2B5EF4-FFF2-40B4-BE49-F238E27FC236}">
                <a16:creationId xmlns:a16="http://schemas.microsoft.com/office/drawing/2014/main" id="{EDC2FA91-8BD2-B1B5-1E8F-46327DE37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1" name="Oval 19">
            <a:extLst>
              <a:ext uri="{FF2B5EF4-FFF2-40B4-BE49-F238E27FC236}">
                <a16:creationId xmlns:a16="http://schemas.microsoft.com/office/drawing/2014/main" id="{90DCBF48-ED6C-8022-F6E8-CE02C3193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2" name="Oval 20">
            <a:extLst>
              <a:ext uri="{FF2B5EF4-FFF2-40B4-BE49-F238E27FC236}">
                <a16:creationId xmlns:a16="http://schemas.microsoft.com/office/drawing/2014/main" id="{793A277F-C099-F4AF-17CF-D12C27DFB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3" name="Oval 21">
            <a:extLst>
              <a:ext uri="{FF2B5EF4-FFF2-40B4-BE49-F238E27FC236}">
                <a16:creationId xmlns:a16="http://schemas.microsoft.com/office/drawing/2014/main" id="{A2E46DE6-A94E-9362-81C3-AD557D4F6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4" name="Oval 22">
            <a:extLst>
              <a:ext uri="{FF2B5EF4-FFF2-40B4-BE49-F238E27FC236}">
                <a16:creationId xmlns:a16="http://schemas.microsoft.com/office/drawing/2014/main" id="{BB2DD45C-B93B-716A-92AE-15D0CFB8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5" name="Oval 23">
            <a:extLst>
              <a:ext uri="{FF2B5EF4-FFF2-40B4-BE49-F238E27FC236}">
                <a16:creationId xmlns:a16="http://schemas.microsoft.com/office/drawing/2014/main" id="{E7AB4FDF-EB4E-8619-2712-2C65CF140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6" name="Oval 24">
            <a:extLst>
              <a:ext uri="{FF2B5EF4-FFF2-40B4-BE49-F238E27FC236}">
                <a16:creationId xmlns:a16="http://schemas.microsoft.com/office/drawing/2014/main" id="{4B75CEEC-E619-09D0-FD1F-A0BDBB40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7" name="Oval 25">
            <a:extLst>
              <a:ext uri="{FF2B5EF4-FFF2-40B4-BE49-F238E27FC236}">
                <a16:creationId xmlns:a16="http://schemas.microsoft.com/office/drawing/2014/main" id="{2C729DD0-4FFE-38AC-9D32-459B0A1D8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8" name="Oval 26">
            <a:extLst>
              <a:ext uri="{FF2B5EF4-FFF2-40B4-BE49-F238E27FC236}">
                <a16:creationId xmlns:a16="http://schemas.microsoft.com/office/drawing/2014/main" id="{6E2CC869-A052-EBCE-7DA1-6BECDC1F2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9" name="Oval 27">
            <a:extLst>
              <a:ext uri="{FF2B5EF4-FFF2-40B4-BE49-F238E27FC236}">
                <a16:creationId xmlns:a16="http://schemas.microsoft.com/office/drawing/2014/main" id="{C9FB4C20-1495-EB70-9CE0-4119CFE2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0" name="Oval 28">
            <a:extLst>
              <a:ext uri="{FF2B5EF4-FFF2-40B4-BE49-F238E27FC236}">
                <a16:creationId xmlns:a16="http://schemas.microsoft.com/office/drawing/2014/main" id="{ECAE108D-B7F2-643B-4E62-1DDB3711F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1" name="Oval 29">
            <a:extLst>
              <a:ext uri="{FF2B5EF4-FFF2-40B4-BE49-F238E27FC236}">
                <a16:creationId xmlns:a16="http://schemas.microsoft.com/office/drawing/2014/main" id="{C04A2353-0F6F-DBF7-7F03-70C293209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2" name="Oval 30">
            <a:extLst>
              <a:ext uri="{FF2B5EF4-FFF2-40B4-BE49-F238E27FC236}">
                <a16:creationId xmlns:a16="http://schemas.microsoft.com/office/drawing/2014/main" id="{637E6294-6989-48A4-9709-11185890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3" name="Oval 31">
            <a:extLst>
              <a:ext uri="{FF2B5EF4-FFF2-40B4-BE49-F238E27FC236}">
                <a16:creationId xmlns:a16="http://schemas.microsoft.com/office/drawing/2014/main" id="{AD5913D1-D1BC-8303-7759-A2666954F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4" name="Oval 32">
            <a:extLst>
              <a:ext uri="{FF2B5EF4-FFF2-40B4-BE49-F238E27FC236}">
                <a16:creationId xmlns:a16="http://schemas.microsoft.com/office/drawing/2014/main" id="{0C33DFE6-B493-ED1E-1DF1-61DF2D5E7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5" name="Oval 33">
            <a:extLst>
              <a:ext uri="{FF2B5EF4-FFF2-40B4-BE49-F238E27FC236}">
                <a16:creationId xmlns:a16="http://schemas.microsoft.com/office/drawing/2014/main" id="{69C5FAE9-B203-BB4A-1B36-1993F50EB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6" name="Oval 34">
            <a:extLst>
              <a:ext uri="{FF2B5EF4-FFF2-40B4-BE49-F238E27FC236}">
                <a16:creationId xmlns:a16="http://schemas.microsoft.com/office/drawing/2014/main" id="{FC96709A-B6F3-38D0-ABC9-2E94BA01E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7" name="Oval 35">
            <a:extLst>
              <a:ext uri="{FF2B5EF4-FFF2-40B4-BE49-F238E27FC236}">
                <a16:creationId xmlns:a16="http://schemas.microsoft.com/office/drawing/2014/main" id="{91C9C09A-E95C-6312-7E6C-B0FEC94E2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8" name="Oval 36">
            <a:extLst>
              <a:ext uri="{FF2B5EF4-FFF2-40B4-BE49-F238E27FC236}">
                <a16:creationId xmlns:a16="http://schemas.microsoft.com/office/drawing/2014/main" id="{5A3C6B59-1B79-926D-D587-59B5A0AEB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9" name="Oval 37">
            <a:extLst>
              <a:ext uri="{FF2B5EF4-FFF2-40B4-BE49-F238E27FC236}">
                <a16:creationId xmlns:a16="http://schemas.microsoft.com/office/drawing/2014/main" id="{8B8AAF20-63B6-A983-21AA-8D68FFBD0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0" name="Oval 38">
            <a:extLst>
              <a:ext uri="{FF2B5EF4-FFF2-40B4-BE49-F238E27FC236}">
                <a16:creationId xmlns:a16="http://schemas.microsoft.com/office/drawing/2014/main" id="{C295868A-07A3-5B27-9828-8D94FB09B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1" name="Oval 39">
            <a:extLst>
              <a:ext uri="{FF2B5EF4-FFF2-40B4-BE49-F238E27FC236}">
                <a16:creationId xmlns:a16="http://schemas.microsoft.com/office/drawing/2014/main" id="{62F11E1B-39A0-9048-F1E0-4DF9C433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2" name="Oval 40">
            <a:extLst>
              <a:ext uri="{FF2B5EF4-FFF2-40B4-BE49-F238E27FC236}">
                <a16:creationId xmlns:a16="http://schemas.microsoft.com/office/drawing/2014/main" id="{4129FE05-B1EF-3FFD-0C91-C0452F476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3" name="Oval 41">
            <a:extLst>
              <a:ext uri="{FF2B5EF4-FFF2-40B4-BE49-F238E27FC236}">
                <a16:creationId xmlns:a16="http://schemas.microsoft.com/office/drawing/2014/main" id="{4ACFF1C6-53FD-2199-C6AC-56786618E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4" name="Oval 42">
            <a:extLst>
              <a:ext uri="{FF2B5EF4-FFF2-40B4-BE49-F238E27FC236}">
                <a16:creationId xmlns:a16="http://schemas.microsoft.com/office/drawing/2014/main" id="{71A69553-920B-26CE-C430-050CD6BB8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5" name="Oval 43">
            <a:extLst>
              <a:ext uri="{FF2B5EF4-FFF2-40B4-BE49-F238E27FC236}">
                <a16:creationId xmlns:a16="http://schemas.microsoft.com/office/drawing/2014/main" id="{BEEAA84B-AA08-BADA-E6BC-26264D3CE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6" name="Oval 44">
            <a:extLst>
              <a:ext uri="{FF2B5EF4-FFF2-40B4-BE49-F238E27FC236}">
                <a16:creationId xmlns:a16="http://schemas.microsoft.com/office/drawing/2014/main" id="{F6D933E5-5C5F-A2DB-1785-6628EDDE9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7" name="Oval 45">
            <a:extLst>
              <a:ext uri="{FF2B5EF4-FFF2-40B4-BE49-F238E27FC236}">
                <a16:creationId xmlns:a16="http://schemas.microsoft.com/office/drawing/2014/main" id="{D2FFB091-B0ED-CAA9-9AFA-9A69DC5A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8" name="Oval 46">
            <a:extLst>
              <a:ext uri="{FF2B5EF4-FFF2-40B4-BE49-F238E27FC236}">
                <a16:creationId xmlns:a16="http://schemas.microsoft.com/office/drawing/2014/main" id="{D313FA43-5867-2354-115A-6EE05460F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9" name="Oval 47">
            <a:extLst>
              <a:ext uri="{FF2B5EF4-FFF2-40B4-BE49-F238E27FC236}">
                <a16:creationId xmlns:a16="http://schemas.microsoft.com/office/drawing/2014/main" id="{7B96F563-F6D5-CB68-DA3B-FE1A8E830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0" name="Oval 48">
            <a:extLst>
              <a:ext uri="{FF2B5EF4-FFF2-40B4-BE49-F238E27FC236}">
                <a16:creationId xmlns:a16="http://schemas.microsoft.com/office/drawing/2014/main" id="{7CF9EC26-47A7-1A25-FB42-145E96128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1" name="Oval 49">
            <a:extLst>
              <a:ext uri="{FF2B5EF4-FFF2-40B4-BE49-F238E27FC236}">
                <a16:creationId xmlns:a16="http://schemas.microsoft.com/office/drawing/2014/main" id="{F73DB61E-3F4F-BD65-17F9-1C3BDFCF6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2" name="Oval 50">
            <a:extLst>
              <a:ext uri="{FF2B5EF4-FFF2-40B4-BE49-F238E27FC236}">
                <a16:creationId xmlns:a16="http://schemas.microsoft.com/office/drawing/2014/main" id="{C23472D2-609C-740E-84D9-D39B5C27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3" name="Oval 51">
            <a:extLst>
              <a:ext uri="{FF2B5EF4-FFF2-40B4-BE49-F238E27FC236}">
                <a16:creationId xmlns:a16="http://schemas.microsoft.com/office/drawing/2014/main" id="{95268B47-0BB9-90D3-9562-46C013341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4" name="Oval 52">
            <a:extLst>
              <a:ext uri="{FF2B5EF4-FFF2-40B4-BE49-F238E27FC236}">
                <a16:creationId xmlns:a16="http://schemas.microsoft.com/office/drawing/2014/main" id="{B30A3E3F-0F68-85DA-125C-A131666E5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5" name="Oval 53">
            <a:extLst>
              <a:ext uri="{FF2B5EF4-FFF2-40B4-BE49-F238E27FC236}">
                <a16:creationId xmlns:a16="http://schemas.microsoft.com/office/drawing/2014/main" id="{B1B55E8D-8C12-EB6A-E606-5431887C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6" name="Oval 54">
            <a:extLst>
              <a:ext uri="{FF2B5EF4-FFF2-40B4-BE49-F238E27FC236}">
                <a16:creationId xmlns:a16="http://schemas.microsoft.com/office/drawing/2014/main" id="{C322FB05-4955-D7AB-5AF4-2C71E6A87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7" name="Oval 55">
            <a:extLst>
              <a:ext uri="{FF2B5EF4-FFF2-40B4-BE49-F238E27FC236}">
                <a16:creationId xmlns:a16="http://schemas.microsoft.com/office/drawing/2014/main" id="{9093AC1D-BD84-F4C3-5889-4B293B91F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8" name="Oval 56">
            <a:extLst>
              <a:ext uri="{FF2B5EF4-FFF2-40B4-BE49-F238E27FC236}">
                <a16:creationId xmlns:a16="http://schemas.microsoft.com/office/drawing/2014/main" id="{B211B233-3FB7-F031-030E-6D9C5D364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9" name="Oval 57">
            <a:extLst>
              <a:ext uri="{FF2B5EF4-FFF2-40B4-BE49-F238E27FC236}">
                <a16:creationId xmlns:a16="http://schemas.microsoft.com/office/drawing/2014/main" id="{43DA3BE1-C91A-8C5B-6A28-4284C94CA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0" name="Oval 58">
            <a:extLst>
              <a:ext uri="{FF2B5EF4-FFF2-40B4-BE49-F238E27FC236}">
                <a16:creationId xmlns:a16="http://schemas.microsoft.com/office/drawing/2014/main" id="{6E3B3AD0-416D-6C69-329D-15A5CCA64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1" name="Oval 59">
            <a:extLst>
              <a:ext uri="{FF2B5EF4-FFF2-40B4-BE49-F238E27FC236}">
                <a16:creationId xmlns:a16="http://schemas.microsoft.com/office/drawing/2014/main" id="{0581E6EA-0F21-1A66-770F-DCE42A3E7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2" name="Oval 60">
            <a:extLst>
              <a:ext uri="{FF2B5EF4-FFF2-40B4-BE49-F238E27FC236}">
                <a16:creationId xmlns:a16="http://schemas.microsoft.com/office/drawing/2014/main" id="{3C61B755-8DB3-9D63-3937-88571E7F9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3" name="Oval 61">
            <a:extLst>
              <a:ext uri="{FF2B5EF4-FFF2-40B4-BE49-F238E27FC236}">
                <a16:creationId xmlns:a16="http://schemas.microsoft.com/office/drawing/2014/main" id="{04FF18E9-4D19-CAB6-3202-3F9C6A4BD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4" name="Oval 62">
            <a:extLst>
              <a:ext uri="{FF2B5EF4-FFF2-40B4-BE49-F238E27FC236}">
                <a16:creationId xmlns:a16="http://schemas.microsoft.com/office/drawing/2014/main" id="{13A881EC-AC40-7594-F274-D39EF7FEA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5" name="Oval 63">
            <a:extLst>
              <a:ext uri="{FF2B5EF4-FFF2-40B4-BE49-F238E27FC236}">
                <a16:creationId xmlns:a16="http://schemas.microsoft.com/office/drawing/2014/main" id="{F41E81F3-EE98-7B0A-B170-247F33473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6" name="Oval 64">
            <a:extLst>
              <a:ext uri="{FF2B5EF4-FFF2-40B4-BE49-F238E27FC236}">
                <a16:creationId xmlns:a16="http://schemas.microsoft.com/office/drawing/2014/main" id="{7145876B-33D1-2A4C-4AD1-6457151FD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7" name="Oval 65">
            <a:extLst>
              <a:ext uri="{FF2B5EF4-FFF2-40B4-BE49-F238E27FC236}">
                <a16:creationId xmlns:a16="http://schemas.microsoft.com/office/drawing/2014/main" id="{AA97E1D3-965D-3836-5367-694A5C090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525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8" name="Oval 66">
            <a:extLst>
              <a:ext uri="{FF2B5EF4-FFF2-40B4-BE49-F238E27FC236}">
                <a16:creationId xmlns:a16="http://schemas.microsoft.com/office/drawing/2014/main" id="{D9DEBD46-A04F-C92A-BB55-DD3D24AE1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79" name="Oval 67">
            <a:extLst>
              <a:ext uri="{FF2B5EF4-FFF2-40B4-BE49-F238E27FC236}">
                <a16:creationId xmlns:a16="http://schemas.microsoft.com/office/drawing/2014/main" id="{B1A28855-9541-1BF8-4450-F4DFA60CE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0" name="Oval 68">
            <a:extLst>
              <a:ext uri="{FF2B5EF4-FFF2-40B4-BE49-F238E27FC236}">
                <a16:creationId xmlns:a16="http://schemas.microsoft.com/office/drawing/2014/main" id="{6CB7CBB3-BAFA-51D9-8D56-97034814B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1" name="Oval 69">
            <a:extLst>
              <a:ext uri="{FF2B5EF4-FFF2-40B4-BE49-F238E27FC236}">
                <a16:creationId xmlns:a16="http://schemas.microsoft.com/office/drawing/2014/main" id="{612099E7-EA64-53B5-90A1-C00B37AEC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2" name="Oval 70">
            <a:extLst>
              <a:ext uri="{FF2B5EF4-FFF2-40B4-BE49-F238E27FC236}">
                <a16:creationId xmlns:a16="http://schemas.microsoft.com/office/drawing/2014/main" id="{DC477DFB-B8F4-0E44-6B17-A72050E98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3" name="Oval 71">
            <a:extLst>
              <a:ext uri="{FF2B5EF4-FFF2-40B4-BE49-F238E27FC236}">
                <a16:creationId xmlns:a16="http://schemas.microsoft.com/office/drawing/2014/main" id="{E99F2282-D483-4FDF-3AD7-3BB6C8579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4" name="Oval 72">
            <a:extLst>
              <a:ext uri="{FF2B5EF4-FFF2-40B4-BE49-F238E27FC236}">
                <a16:creationId xmlns:a16="http://schemas.microsoft.com/office/drawing/2014/main" id="{1352F819-2EF0-BCC0-6BAE-F6C9B0246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5" name="Oval 73">
            <a:extLst>
              <a:ext uri="{FF2B5EF4-FFF2-40B4-BE49-F238E27FC236}">
                <a16:creationId xmlns:a16="http://schemas.microsoft.com/office/drawing/2014/main" id="{03C88E04-A4AE-DE2D-568D-AC2B3CE8A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6" name="Oval 74">
            <a:extLst>
              <a:ext uri="{FF2B5EF4-FFF2-40B4-BE49-F238E27FC236}">
                <a16:creationId xmlns:a16="http://schemas.microsoft.com/office/drawing/2014/main" id="{1DEA0BDA-9738-44B9-9A4A-FF09E31FE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7" name="Oval 75">
            <a:extLst>
              <a:ext uri="{FF2B5EF4-FFF2-40B4-BE49-F238E27FC236}">
                <a16:creationId xmlns:a16="http://schemas.microsoft.com/office/drawing/2014/main" id="{20DD38AB-4769-C72A-D714-9C075046F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8" name="Oval 76">
            <a:extLst>
              <a:ext uri="{FF2B5EF4-FFF2-40B4-BE49-F238E27FC236}">
                <a16:creationId xmlns:a16="http://schemas.microsoft.com/office/drawing/2014/main" id="{DC288687-5645-C215-42FE-0C78CC8D8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89" name="Oval 77">
            <a:extLst>
              <a:ext uri="{FF2B5EF4-FFF2-40B4-BE49-F238E27FC236}">
                <a16:creationId xmlns:a16="http://schemas.microsoft.com/office/drawing/2014/main" id="{7C37A05C-CE24-7CA0-4668-E04DA5D3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0" name="Oval 78">
            <a:extLst>
              <a:ext uri="{FF2B5EF4-FFF2-40B4-BE49-F238E27FC236}">
                <a16:creationId xmlns:a16="http://schemas.microsoft.com/office/drawing/2014/main" id="{A6D6A0AA-0798-FFD9-BC6A-F8434008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1" name="Oval 79">
            <a:extLst>
              <a:ext uri="{FF2B5EF4-FFF2-40B4-BE49-F238E27FC236}">
                <a16:creationId xmlns:a16="http://schemas.microsoft.com/office/drawing/2014/main" id="{32EAEB62-7D02-321F-1EF2-A6391C44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2" name="Oval 80">
            <a:extLst>
              <a:ext uri="{FF2B5EF4-FFF2-40B4-BE49-F238E27FC236}">
                <a16:creationId xmlns:a16="http://schemas.microsoft.com/office/drawing/2014/main" id="{A7500FB1-D003-5B45-7795-B7D5E7106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3" name="Oval 81">
            <a:extLst>
              <a:ext uri="{FF2B5EF4-FFF2-40B4-BE49-F238E27FC236}">
                <a16:creationId xmlns:a16="http://schemas.microsoft.com/office/drawing/2014/main" id="{E543DC1F-708D-099C-0874-552F12A0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4" name="Oval 82">
            <a:extLst>
              <a:ext uri="{FF2B5EF4-FFF2-40B4-BE49-F238E27FC236}">
                <a16:creationId xmlns:a16="http://schemas.microsoft.com/office/drawing/2014/main" id="{3B985070-D1C4-824D-B879-B0F10580E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5" name="Oval 83">
            <a:extLst>
              <a:ext uri="{FF2B5EF4-FFF2-40B4-BE49-F238E27FC236}">
                <a16:creationId xmlns:a16="http://schemas.microsoft.com/office/drawing/2014/main" id="{037AEE80-C3D3-CC30-857F-69273C43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6" name="Oval 84">
            <a:extLst>
              <a:ext uri="{FF2B5EF4-FFF2-40B4-BE49-F238E27FC236}">
                <a16:creationId xmlns:a16="http://schemas.microsoft.com/office/drawing/2014/main" id="{B8780037-84DC-EE60-B6DC-56A41136B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7" name="Oval 85">
            <a:extLst>
              <a:ext uri="{FF2B5EF4-FFF2-40B4-BE49-F238E27FC236}">
                <a16:creationId xmlns:a16="http://schemas.microsoft.com/office/drawing/2014/main" id="{75A20233-76E9-A4EE-D09E-31F9EFB20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8" name="Oval 86">
            <a:extLst>
              <a:ext uri="{FF2B5EF4-FFF2-40B4-BE49-F238E27FC236}">
                <a16:creationId xmlns:a16="http://schemas.microsoft.com/office/drawing/2014/main" id="{81D6D441-B891-F43C-8531-27DBC6D7A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99" name="Oval 87">
            <a:extLst>
              <a:ext uri="{FF2B5EF4-FFF2-40B4-BE49-F238E27FC236}">
                <a16:creationId xmlns:a16="http://schemas.microsoft.com/office/drawing/2014/main" id="{74238CED-DAF9-D392-1B9A-67E052DB2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0" name="Oval 88">
            <a:extLst>
              <a:ext uri="{FF2B5EF4-FFF2-40B4-BE49-F238E27FC236}">
                <a16:creationId xmlns:a16="http://schemas.microsoft.com/office/drawing/2014/main" id="{7B09858F-9B66-6037-CE85-A14B234DB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1" name="Oval 89">
            <a:extLst>
              <a:ext uri="{FF2B5EF4-FFF2-40B4-BE49-F238E27FC236}">
                <a16:creationId xmlns:a16="http://schemas.microsoft.com/office/drawing/2014/main" id="{B9637421-F313-62C8-1AD5-1FB87EB4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2" name="Oval 90">
            <a:extLst>
              <a:ext uri="{FF2B5EF4-FFF2-40B4-BE49-F238E27FC236}">
                <a16:creationId xmlns:a16="http://schemas.microsoft.com/office/drawing/2014/main" id="{2B08B1FB-2C2D-BF94-945F-8AB7B168E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3" name="Oval 91">
            <a:extLst>
              <a:ext uri="{FF2B5EF4-FFF2-40B4-BE49-F238E27FC236}">
                <a16:creationId xmlns:a16="http://schemas.microsoft.com/office/drawing/2014/main" id="{C948A958-CCE8-27D4-1098-84B74D8DB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4" name="Oval 92">
            <a:extLst>
              <a:ext uri="{FF2B5EF4-FFF2-40B4-BE49-F238E27FC236}">
                <a16:creationId xmlns:a16="http://schemas.microsoft.com/office/drawing/2014/main" id="{0DD09F64-F9BC-6C1F-C4E7-47A691260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5" name="Oval 93">
            <a:extLst>
              <a:ext uri="{FF2B5EF4-FFF2-40B4-BE49-F238E27FC236}">
                <a16:creationId xmlns:a16="http://schemas.microsoft.com/office/drawing/2014/main" id="{85F9CED5-A636-EC1A-E739-F89280E35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6" name="Oval 94">
            <a:extLst>
              <a:ext uri="{FF2B5EF4-FFF2-40B4-BE49-F238E27FC236}">
                <a16:creationId xmlns:a16="http://schemas.microsoft.com/office/drawing/2014/main" id="{BFA74FAE-2960-A543-D983-9263BB653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7" name="Oval 95">
            <a:extLst>
              <a:ext uri="{FF2B5EF4-FFF2-40B4-BE49-F238E27FC236}">
                <a16:creationId xmlns:a16="http://schemas.microsoft.com/office/drawing/2014/main" id="{AE77D4EE-6464-7666-4CE1-FC4020917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8" name="Oval 96">
            <a:extLst>
              <a:ext uri="{FF2B5EF4-FFF2-40B4-BE49-F238E27FC236}">
                <a16:creationId xmlns:a16="http://schemas.microsoft.com/office/drawing/2014/main" id="{6CD24AF9-65CC-6F08-45C6-3E5F3953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09" name="Oval 97">
            <a:extLst>
              <a:ext uri="{FF2B5EF4-FFF2-40B4-BE49-F238E27FC236}">
                <a16:creationId xmlns:a16="http://schemas.microsoft.com/office/drawing/2014/main" id="{4C8F532E-5A78-B727-8E18-391BD1611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0" name="Oval 98">
            <a:extLst>
              <a:ext uri="{FF2B5EF4-FFF2-40B4-BE49-F238E27FC236}">
                <a16:creationId xmlns:a16="http://schemas.microsoft.com/office/drawing/2014/main" id="{4FC48D4B-846A-CFB9-6304-9A362D297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1" name="Oval 99">
            <a:extLst>
              <a:ext uri="{FF2B5EF4-FFF2-40B4-BE49-F238E27FC236}">
                <a16:creationId xmlns:a16="http://schemas.microsoft.com/office/drawing/2014/main" id="{AF66E4CB-1860-3ACD-D535-3E9C88F92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2" name="Oval 100">
            <a:extLst>
              <a:ext uri="{FF2B5EF4-FFF2-40B4-BE49-F238E27FC236}">
                <a16:creationId xmlns:a16="http://schemas.microsoft.com/office/drawing/2014/main" id="{F571D496-6F03-4890-1F53-CA38283A5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3" name="Oval 101">
            <a:extLst>
              <a:ext uri="{FF2B5EF4-FFF2-40B4-BE49-F238E27FC236}">
                <a16:creationId xmlns:a16="http://schemas.microsoft.com/office/drawing/2014/main" id="{E2613CF4-9D4A-6748-FC39-09F3FB10F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4" name="Oval 102">
            <a:extLst>
              <a:ext uri="{FF2B5EF4-FFF2-40B4-BE49-F238E27FC236}">
                <a16:creationId xmlns:a16="http://schemas.microsoft.com/office/drawing/2014/main" id="{C24E9419-C77D-63AB-C0B6-D333CD56B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5" name="Oval 103">
            <a:extLst>
              <a:ext uri="{FF2B5EF4-FFF2-40B4-BE49-F238E27FC236}">
                <a16:creationId xmlns:a16="http://schemas.microsoft.com/office/drawing/2014/main" id="{0AD6A7E1-03D3-03C9-001A-4C96CBAED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6" name="Oval 104">
            <a:extLst>
              <a:ext uri="{FF2B5EF4-FFF2-40B4-BE49-F238E27FC236}">
                <a16:creationId xmlns:a16="http://schemas.microsoft.com/office/drawing/2014/main" id="{3E407312-5528-EF6A-1C26-0915DD7E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7" name="Oval 105">
            <a:extLst>
              <a:ext uri="{FF2B5EF4-FFF2-40B4-BE49-F238E27FC236}">
                <a16:creationId xmlns:a16="http://schemas.microsoft.com/office/drawing/2014/main" id="{E17DAC08-0007-677F-2064-680D6D46A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8" name="Oval 106">
            <a:extLst>
              <a:ext uri="{FF2B5EF4-FFF2-40B4-BE49-F238E27FC236}">
                <a16:creationId xmlns:a16="http://schemas.microsoft.com/office/drawing/2014/main" id="{95474F70-073D-8127-F9C7-BD8590365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19" name="Oval 107">
            <a:extLst>
              <a:ext uri="{FF2B5EF4-FFF2-40B4-BE49-F238E27FC236}">
                <a16:creationId xmlns:a16="http://schemas.microsoft.com/office/drawing/2014/main" id="{D1E42982-39A4-E2E8-DBD1-8C38F736C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0" name="Oval 108">
            <a:extLst>
              <a:ext uri="{FF2B5EF4-FFF2-40B4-BE49-F238E27FC236}">
                <a16:creationId xmlns:a16="http://schemas.microsoft.com/office/drawing/2014/main" id="{917A75C8-1823-96C1-9540-0048764BE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1" name="Oval 109">
            <a:extLst>
              <a:ext uri="{FF2B5EF4-FFF2-40B4-BE49-F238E27FC236}">
                <a16:creationId xmlns:a16="http://schemas.microsoft.com/office/drawing/2014/main" id="{20A1BB45-CC7A-515B-A16C-D2CB4C637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2" name="Oval 110">
            <a:extLst>
              <a:ext uri="{FF2B5EF4-FFF2-40B4-BE49-F238E27FC236}">
                <a16:creationId xmlns:a16="http://schemas.microsoft.com/office/drawing/2014/main" id="{71049C28-DA39-174E-1356-7A8C7C0E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3" name="Oval 111">
            <a:extLst>
              <a:ext uri="{FF2B5EF4-FFF2-40B4-BE49-F238E27FC236}">
                <a16:creationId xmlns:a16="http://schemas.microsoft.com/office/drawing/2014/main" id="{E1DDA688-42D4-9431-DDAC-2812A382E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4" name="Oval 112">
            <a:extLst>
              <a:ext uri="{FF2B5EF4-FFF2-40B4-BE49-F238E27FC236}">
                <a16:creationId xmlns:a16="http://schemas.microsoft.com/office/drawing/2014/main" id="{39671071-5ECA-AB09-A6B1-4AB836DCE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5" name="Oval 113">
            <a:extLst>
              <a:ext uri="{FF2B5EF4-FFF2-40B4-BE49-F238E27FC236}">
                <a16:creationId xmlns:a16="http://schemas.microsoft.com/office/drawing/2014/main" id="{E9E2D63C-BBA8-028F-958D-C65E44BF3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6" name="Oval 114">
            <a:extLst>
              <a:ext uri="{FF2B5EF4-FFF2-40B4-BE49-F238E27FC236}">
                <a16:creationId xmlns:a16="http://schemas.microsoft.com/office/drawing/2014/main" id="{1B7A67CB-82EB-7215-F640-F3C1865E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7" name="Oval 115">
            <a:extLst>
              <a:ext uri="{FF2B5EF4-FFF2-40B4-BE49-F238E27FC236}">
                <a16:creationId xmlns:a16="http://schemas.microsoft.com/office/drawing/2014/main" id="{6E9B685C-FC87-DA95-6F00-834E9828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8" name="Oval 116">
            <a:extLst>
              <a:ext uri="{FF2B5EF4-FFF2-40B4-BE49-F238E27FC236}">
                <a16:creationId xmlns:a16="http://schemas.microsoft.com/office/drawing/2014/main" id="{F0999D23-1B10-94B4-0FE3-271F1DBA3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29" name="Oval 117">
            <a:extLst>
              <a:ext uri="{FF2B5EF4-FFF2-40B4-BE49-F238E27FC236}">
                <a16:creationId xmlns:a16="http://schemas.microsoft.com/office/drawing/2014/main" id="{5957755D-45A9-44CD-984E-0289B47E8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0" name="Oval 118">
            <a:extLst>
              <a:ext uri="{FF2B5EF4-FFF2-40B4-BE49-F238E27FC236}">
                <a16:creationId xmlns:a16="http://schemas.microsoft.com/office/drawing/2014/main" id="{355A89A6-81E0-E5D4-C811-B19D2F048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1" name="Oval 119">
            <a:extLst>
              <a:ext uri="{FF2B5EF4-FFF2-40B4-BE49-F238E27FC236}">
                <a16:creationId xmlns:a16="http://schemas.microsoft.com/office/drawing/2014/main" id="{C94854C2-6224-CD85-0A45-85D79A5FC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2" name="Oval 120">
            <a:extLst>
              <a:ext uri="{FF2B5EF4-FFF2-40B4-BE49-F238E27FC236}">
                <a16:creationId xmlns:a16="http://schemas.microsoft.com/office/drawing/2014/main" id="{1DF93A76-D980-9D3E-13EB-D068334FC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3" name="Oval 121">
            <a:extLst>
              <a:ext uri="{FF2B5EF4-FFF2-40B4-BE49-F238E27FC236}">
                <a16:creationId xmlns:a16="http://schemas.microsoft.com/office/drawing/2014/main" id="{AFCCCFA5-BD13-1E93-93D4-D13C08D27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4" name="Oval 122">
            <a:extLst>
              <a:ext uri="{FF2B5EF4-FFF2-40B4-BE49-F238E27FC236}">
                <a16:creationId xmlns:a16="http://schemas.microsoft.com/office/drawing/2014/main" id="{1C4C18DC-C810-8D5C-0341-AE2902EAD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5" name="Oval 123">
            <a:extLst>
              <a:ext uri="{FF2B5EF4-FFF2-40B4-BE49-F238E27FC236}">
                <a16:creationId xmlns:a16="http://schemas.microsoft.com/office/drawing/2014/main" id="{E69F3215-6E7E-3102-D877-6F39EFACA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6" name="Oval 124">
            <a:extLst>
              <a:ext uri="{FF2B5EF4-FFF2-40B4-BE49-F238E27FC236}">
                <a16:creationId xmlns:a16="http://schemas.microsoft.com/office/drawing/2014/main" id="{3CB532A5-09AA-97A0-F9C7-619A6D49A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7" name="Oval 125">
            <a:extLst>
              <a:ext uri="{FF2B5EF4-FFF2-40B4-BE49-F238E27FC236}">
                <a16:creationId xmlns:a16="http://schemas.microsoft.com/office/drawing/2014/main" id="{D53C7588-5B63-1CF8-E849-08C04A4DE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8" name="Oval 126">
            <a:extLst>
              <a:ext uri="{FF2B5EF4-FFF2-40B4-BE49-F238E27FC236}">
                <a16:creationId xmlns:a16="http://schemas.microsoft.com/office/drawing/2014/main" id="{81DEA2D7-E715-3835-976E-C26AE8FCD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39" name="Oval 127">
            <a:extLst>
              <a:ext uri="{FF2B5EF4-FFF2-40B4-BE49-F238E27FC236}">
                <a16:creationId xmlns:a16="http://schemas.microsoft.com/office/drawing/2014/main" id="{B8430D8D-706C-EFDF-80DA-C761BCAA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0" name="Oval 128">
            <a:extLst>
              <a:ext uri="{FF2B5EF4-FFF2-40B4-BE49-F238E27FC236}">
                <a16:creationId xmlns:a16="http://schemas.microsoft.com/office/drawing/2014/main" id="{98366D03-9690-B85C-6224-F90C73499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1" name="Oval 129">
            <a:extLst>
              <a:ext uri="{FF2B5EF4-FFF2-40B4-BE49-F238E27FC236}">
                <a16:creationId xmlns:a16="http://schemas.microsoft.com/office/drawing/2014/main" id="{D985E0E7-8728-702B-C1D3-BB50BD019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225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2" name="Oval 130">
            <a:extLst>
              <a:ext uri="{FF2B5EF4-FFF2-40B4-BE49-F238E27FC236}">
                <a16:creationId xmlns:a16="http://schemas.microsoft.com/office/drawing/2014/main" id="{467A47C1-9B54-823C-12DE-181F20D96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3" name="Oval 131">
            <a:extLst>
              <a:ext uri="{FF2B5EF4-FFF2-40B4-BE49-F238E27FC236}">
                <a16:creationId xmlns:a16="http://schemas.microsoft.com/office/drawing/2014/main" id="{5FDC11AA-1C1A-940F-9AE3-8AE259307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4" name="Oval 132">
            <a:extLst>
              <a:ext uri="{FF2B5EF4-FFF2-40B4-BE49-F238E27FC236}">
                <a16:creationId xmlns:a16="http://schemas.microsoft.com/office/drawing/2014/main" id="{5D62F21D-B951-21E3-D6E9-FB1646F60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5" name="Oval 133">
            <a:extLst>
              <a:ext uri="{FF2B5EF4-FFF2-40B4-BE49-F238E27FC236}">
                <a16:creationId xmlns:a16="http://schemas.microsoft.com/office/drawing/2014/main" id="{4BB84F06-95E1-05E1-CFD9-8B98BE43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6" name="Oval 134">
            <a:extLst>
              <a:ext uri="{FF2B5EF4-FFF2-40B4-BE49-F238E27FC236}">
                <a16:creationId xmlns:a16="http://schemas.microsoft.com/office/drawing/2014/main" id="{CE40E30B-6F36-A7CD-A7BA-4691040BD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7" name="Oval 135">
            <a:extLst>
              <a:ext uri="{FF2B5EF4-FFF2-40B4-BE49-F238E27FC236}">
                <a16:creationId xmlns:a16="http://schemas.microsoft.com/office/drawing/2014/main" id="{183482ED-3AC9-8E59-9C03-FC8FA504B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8" name="Oval 136">
            <a:extLst>
              <a:ext uri="{FF2B5EF4-FFF2-40B4-BE49-F238E27FC236}">
                <a16:creationId xmlns:a16="http://schemas.microsoft.com/office/drawing/2014/main" id="{517D94CB-D04F-B941-D88F-D72E02060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49" name="Oval 137">
            <a:extLst>
              <a:ext uri="{FF2B5EF4-FFF2-40B4-BE49-F238E27FC236}">
                <a16:creationId xmlns:a16="http://schemas.microsoft.com/office/drawing/2014/main" id="{6B226B7B-CA90-DB4C-2E83-6A7E6EF8B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0" name="Oval 138">
            <a:extLst>
              <a:ext uri="{FF2B5EF4-FFF2-40B4-BE49-F238E27FC236}">
                <a16:creationId xmlns:a16="http://schemas.microsoft.com/office/drawing/2014/main" id="{93F51ED2-E18B-CB72-22A3-2AEF8BFF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1" name="Oval 139">
            <a:extLst>
              <a:ext uri="{FF2B5EF4-FFF2-40B4-BE49-F238E27FC236}">
                <a16:creationId xmlns:a16="http://schemas.microsoft.com/office/drawing/2014/main" id="{A30EE474-57BB-FF32-B26F-770CAA917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2" name="Oval 140">
            <a:extLst>
              <a:ext uri="{FF2B5EF4-FFF2-40B4-BE49-F238E27FC236}">
                <a16:creationId xmlns:a16="http://schemas.microsoft.com/office/drawing/2014/main" id="{4A2E614F-2C65-6F8F-8465-95AEEF05C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3" name="Oval 141">
            <a:extLst>
              <a:ext uri="{FF2B5EF4-FFF2-40B4-BE49-F238E27FC236}">
                <a16:creationId xmlns:a16="http://schemas.microsoft.com/office/drawing/2014/main" id="{AC9525E3-2B79-DE02-713A-BF25F74F7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4" name="Oval 142">
            <a:extLst>
              <a:ext uri="{FF2B5EF4-FFF2-40B4-BE49-F238E27FC236}">
                <a16:creationId xmlns:a16="http://schemas.microsoft.com/office/drawing/2014/main" id="{53D7426D-F9AC-30FC-27C2-E707879D7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5" name="Oval 143">
            <a:extLst>
              <a:ext uri="{FF2B5EF4-FFF2-40B4-BE49-F238E27FC236}">
                <a16:creationId xmlns:a16="http://schemas.microsoft.com/office/drawing/2014/main" id="{0DE5C6FA-A129-4C09-944B-4C9D7735C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6" name="Oval 144">
            <a:extLst>
              <a:ext uri="{FF2B5EF4-FFF2-40B4-BE49-F238E27FC236}">
                <a16:creationId xmlns:a16="http://schemas.microsoft.com/office/drawing/2014/main" id="{CBD21EDE-41CA-AF8F-A7B5-82EAAB39B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7" name="Oval 145">
            <a:extLst>
              <a:ext uri="{FF2B5EF4-FFF2-40B4-BE49-F238E27FC236}">
                <a16:creationId xmlns:a16="http://schemas.microsoft.com/office/drawing/2014/main" id="{F069C19D-7287-AAD8-E6E3-3D3CD75E6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9813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8" name="Oval 146">
            <a:extLst>
              <a:ext uri="{FF2B5EF4-FFF2-40B4-BE49-F238E27FC236}">
                <a16:creationId xmlns:a16="http://schemas.microsoft.com/office/drawing/2014/main" id="{687823A2-13D8-E7C3-5364-F89C8C4FC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59" name="Oval 147">
            <a:extLst>
              <a:ext uri="{FF2B5EF4-FFF2-40B4-BE49-F238E27FC236}">
                <a16:creationId xmlns:a16="http://schemas.microsoft.com/office/drawing/2014/main" id="{42592ECD-29DB-48DF-7606-9190ED627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0" name="Oval 148">
            <a:extLst>
              <a:ext uri="{FF2B5EF4-FFF2-40B4-BE49-F238E27FC236}">
                <a16:creationId xmlns:a16="http://schemas.microsoft.com/office/drawing/2014/main" id="{5513EC88-B239-A2F3-0B1F-47C7E661C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1" name="Oval 149">
            <a:extLst>
              <a:ext uri="{FF2B5EF4-FFF2-40B4-BE49-F238E27FC236}">
                <a16:creationId xmlns:a16="http://schemas.microsoft.com/office/drawing/2014/main" id="{E414F4E1-4B84-9593-34D4-1D0C68A4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2" name="Oval 150">
            <a:extLst>
              <a:ext uri="{FF2B5EF4-FFF2-40B4-BE49-F238E27FC236}">
                <a16:creationId xmlns:a16="http://schemas.microsoft.com/office/drawing/2014/main" id="{94362C9D-EBEB-C462-F14C-1342E348B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3" name="Oval 151">
            <a:extLst>
              <a:ext uri="{FF2B5EF4-FFF2-40B4-BE49-F238E27FC236}">
                <a16:creationId xmlns:a16="http://schemas.microsoft.com/office/drawing/2014/main" id="{2E9151A9-104F-3A18-EDB2-B75F0C210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4" name="Oval 152">
            <a:extLst>
              <a:ext uri="{FF2B5EF4-FFF2-40B4-BE49-F238E27FC236}">
                <a16:creationId xmlns:a16="http://schemas.microsoft.com/office/drawing/2014/main" id="{B9C22D54-75A7-C5A2-52D6-2CAD79520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5" name="Oval 153">
            <a:extLst>
              <a:ext uri="{FF2B5EF4-FFF2-40B4-BE49-F238E27FC236}">
                <a16:creationId xmlns:a16="http://schemas.microsoft.com/office/drawing/2014/main" id="{CF1D714D-FCB8-4DAC-06F0-D8C3AFF42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6" name="Oval 154">
            <a:extLst>
              <a:ext uri="{FF2B5EF4-FFF2-40B4-BE49-F238E27FC236}">
                <a16:creationId xmlns:a16="http://schemas.microsoft.com/office/drawing/2014/main" id="{3D614C12-4BC2-2683-CC18-B6C3FAE6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7" name="Oval 155">
            <a:extLst>
              <a:ext uri="{FF2B5EF4-FFF2-40B4-BE49-F238E27FC236}">
                <a16:creationId xmlns:a16="http://schemas.microsoft.com/office/drawing/2014/main" id="{5EA0DE77-B9FF-5A3B-A990-0B99ADF84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8" name="Oval 156">
            <a:extLst>
              <a:ext uri="{FF2B5EF4-FFF2-40B4-BE49-F238E27FC236}">
                <a16:creationId xmlns:a16="http://schemas.microsoft.com/office/drawing/2014/main" id="{9A56F5B2-3D96-5EEE-4555-BF511E7CD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69" name="Oval 157">
            <a:extLst>
              <a:ext uri="{FF2B5EF4-FFF2-40B4-BE49-F238E27FC236}">
                <a16:creationId xmlns:a16="http://schemas.microsoft.com/office/drawing/2014/main" id="{377942F7-E898-A3FF-5A82-0B0DE239A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0" name="Oval 158">
            <a:extLst>
              <a:ext uri="{FF2B5EF4-FFF2-40B4-BE49-F238E27FC236}">
                <a16:creationId xmlns:a16="http://schemas.microsoft.com/office/drawing/2014/main" id="{DAE63670-717F-2809-B02E-2B32BFF58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1" name="Oval 159">
            <a:extLst>
              <a:ext uri="{FF2B5EF4-FFF2-40B4-BE49-F238E27FC236}">
                <a16:creationId xmlns:a16="http://schemas.microsoft.com/office/drawing/2014/main" id="{66AE7F41-6283-882D-0F0E-15EB2B72C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2" name="Oval 160">
            <a:extLst>
              <a:ext uri="{FF2B5EF4-FFF2-40B4-BE49-F238E27FC236}">
                <a16:creationId xmlns:a16="http://schemas.microsoft.com/office/drawing/2014/main" id="{79FED0E6-7EB7-FD42-CB3F-4DB877D4C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3" name="Oval 161">
            <a:extLst>
              <a:ext uri="{FF2B5EF4-FFF2-40B4-BE49-F238E27FC236}">
                <a16:creationId xmlns:a16="http://schemas.microsoft.com/office/drawing/2014/main" id="{D7211F19-52FF-8A6A-E049-4C6D0426C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8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4" name="Oval 162">
            <a:extLst>
              <a:ext uri="{FF2B5EF4-FFF2-40B4-BE49-F238E27FC236}">
                <a16:creationId xmlns:a16="http://schemas.microsoft.com/office/drawing/2014/main" id="{A690CD5C-F6A0-337E-8CA9-E3A200594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5" name="Oval 163">
            <a:extLst>
              <a:ext uri="{FF2B5EF4-FFF2-40B4-BE49-F238E27FC236}">
                <a16:creationId xmlns:a16="http://schemas.microsoft.com/office/drawing/2014/main" id="{0ECCB282-6BA5-FDE0-CC0D-CA0899B55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6" name="Oval 164">
            <a:extLst>
              <a:ext uri="{FF2B5EF4-FFF2-40B4-BE49-F238E27FC236}">
                <a16:creationId xmlns:a16="http://schemas.microsoft.com/office/drawing/2014/main" id="{1B151CCF-7D7F-9930-DBE3-17DCBAADA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7" name="Oval 165">
            <a:extLst>
              <a:ext uri="{FF2B5EF4-FFF2-40B4-BE49-F238E27FC236}">
                <a16:creationId xmlns:a16="http://schemas.microsoft.com/office/drawing/2014/main" id="{879B9B10-980E-2ED2-E9DD-43605F04F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8" name="Oval 166">
            <a:extLst>
              <a:ext uri="{FF2B5EF4-FFF2-40B4-BE49-F238E27FC236}">
                <a16:creationId xmlns:a16="http://schemas.microsoft.com/office/drawing/2014/main" id="{9C8F744C-16D7-DF07-4ACE-CD76843D5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79" name="Oval 167">
            <a:extLst>
              <a:ext uri="{FF2B5EF4-FFF2-40B4-BE49-F238E27FC236}">
                <a16:creationId xmlns:a16="http://schemas.microsoft.com/office/drawing/2014/main" id="{7E9656BE-100C-1AC0-BEFD-C53B1CA5F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0" name="Oval 168">
            <a:extLst>
              <a:ext uri="{FF2B5EF4-FFF2-40B4-BE49-F238E27FC236}">
                <a16:creationId xmlns:a16="http://schemas.microsoft.com/office/drawing/2014/main" id="{CE94A649-E1C4-86EE-4CF4-3221B9692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1" name="Oval 169">
            <a:extLst>
              <a:ext uri="{FF2B5EF4-FFF2-40B4-BE49-F238E27FC236}">
                <a16:creationId xmlns:a16="http://schemas.microsoft.com/office/drawing/2014/main" id="{B1F09530-AB19-F5ED-B049-5F377A1D2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2" name="Oval 170">
            <a:extLst>
              <a:ext uri="{FF2B5EF4-FFF2-40B4-BE49-F238E27FC236}">
                <a16:creationId xmlns:a16="http://schemas.microsoft.com/office/drawing/2014/main" id="{A125EDDD-611C-87D2-EFF2-DB75012A8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3" name="Oval 171">
            <a:extLst>
              <a:ext uri="{FF2B5EF4-FFF2-40B4-BE49-F238E27FC236}">
                <a16:creationId xmlns:a16="http://schemas.microsoft.com/office/drawing/2014/main" id="{99C4CCD9-5058-717A-2CFE-53EBD1E7F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4" name="Oval 172">
            <a:extLst>
              <a:ext uri="{FF2B5EF4-FFF2-40B4-BE49-F238E27FC236}">
                <a16:creationId xmlns:a16="http://schemas.microsoft.com/office/drawing/2014/main" id="{2D70AAA0-7EB3-4B71-CB3C-7B89AE3C1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5" name="Oval 173">
            <a:extLst>
              <a:ext uri="{FF2B5EF4-FFF2-40B4-BE49-F238E27FC236}">
                <a16:creationId xmlns:a16="http://schemas.microsoft.com/office/drawing/2014/main" id="{862D55F0-DF9B-A332-3101-DC7867E09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6" name="Oval 174">
            <a:extLst>
              <a:ext uri="{FF2B5EF4-FFF2-40B4-BE49-F238E27FC236}">
                <a16:creationId xmlns:a16="http://schemas.microsoft.com/office/drawing/2014/main" id="{0FB331DF-13F1-6A8E-7EF1-3830CB83F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7" name="Oval 175">
            <a:extLst>
              <a:ext uri="{FF2B5EF4-FFF2-40B4-BE49-F238E27FC236}">
                <a16:creationId xmlns:a16="http://schemas.microsoft.com/office/drawing/2014/main" id="{4796ACA4-E9B3-D2C3-8060-1F331B0BF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8" name="Oval 176">
            <a:extLst>
              <a:ext uri="{FF2B5EF4-FFF2-40B4-BE49-F238E27FC236}">
                <a16:creationId xmlns:a16="http://schemas.microsoft.com/office/drawing/2014/main" id="{0A4064DF-F04D-CC5B-0E76-AE8F7A0C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89" name="Oval 177">
            <a:extLst>
              <a:ext uri="{FF2B5EF4-FFF2-40B4-BE49-F238E27FC236}">
                <a16:creationId xmlns:a16="http://schemas.microsoft.com/office/drawing/2014/main" id="{37B14B8A-C225-2138-DE7D-F56A6C68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8163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0" name="Oval 178">
            <a:extLst>
              <a:ext uri="{FF2B5EF4-FFF2-40B4-BE49-F238E27FC236}">
                <a16:creationId xmlns:a16="http://schemas.microsoft.com/office/drawing/2014/main" id="{192A7181-0799-D2EB-8B53-F41C1DB6F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1" name="Oval 179">
            <a:extLst>
              <a:ext uri="{FF2B5EF4-FFF2-40B4-BE49-F238E27FC236}">
                <a16:creationId xmlns:a16="http://schemas.microsoft.com/office/drawing/2014/main" id="{7E870461-CA76-9A20-52C7-FD0EB5C79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2" name="Oval 180">
            <a:extLst>
              <a:ext uri="{FF2B5EF4-FFF2-40B4-BE49-F238E27FC236}">
                <a16:creationId xmlns:a16="http://schemas.microsoft.com/office/drawing/2014/main" id="{753F361E-E0A1-1552-4EC3-5511FFBCD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3" name="Oval 181">
            <a:extLst>
              <a:ext uri="{FF2B5EF4-FFF2-40B4-BE49-F238E27FC236}">
                <a16:creationId xmlns:a16="http://schemas.microsoft.com/office/drawing/2014/main" id="{38111DB7-C078-A757-F2AC-FC4643F7E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4" name="Oval 182">
            <a:extLst>
              <a:ext uri="{FF2B5EF4-FFF2-40B4-BE49-F238E27FC236}">
                <a16:creationId xmlns:a16="http://schemas.microsoft.com/office/drawing/2014/main" id="{D20E5BB3-C447-6F1C-23F3-DEE3A7753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5" name="Oval 183">
            <a:extLst>
              <a:ext uri="{FF2B5EF4-FFF2-40B4-BE49-F238E27FC236}">
                <a16:creationId xmlns:a16="http://schemas.microsoft.com/office/drawing/2014/main" id="{A4FC2772-0852-E98F-113C-928DF6DFD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6" name="Oval 184">
            <a:extLst>
              <a:ext uri="{FF2B5EF4-FFF2-40B4-BE49-F238E27FC236}">
                <a16:creationId xmlns:a16="http://schemas.microsoft.com/office/drawing/2014/main" id="{35D7A221-BA67-A415-1B5F-5FAABAF23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7" name="Oval 185">
            <a:extLst>
              <a:ext uri="{FF2B5EF4-FFF2-40B4-BE49-F238E27FC236}">
                <a16:creationId xmlns:a16="http://schemas.microsoft.com/office/drawing/2014/main" id="{42821341-5E1B-4553-94C4-0A1B20910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8" name="Oval 186">
            <a:extLst>
              <a:ext uri="{FF2B5EF4-FFF2-40B4-BE49-F238E27FC236}">
                <a16:creationId xmlns:a16="http://schemas.microsoft.com/office/drawing/2014/main" id="{3B0CF1C9-7369-2FB3-B945-26C85362D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499" name="Oval 187">
            <a:extLst>
              <a:ext uri="{FF2B5EF4-FFF2-40B4-BE49-F238E27FC236}">
                <a16:creationId xmlns:a16="http://schemas.microsoft.com/office/drawing/2014/main" id="{735B548E-8F21-1C0D-D366-8D89BD79E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0" name="Oval 188">
            <a:extLst>
              <a:ext uri="{FF2B5EF4-FFF2-40B4-BE49-F238E27FC236}">
                <a16:creationId xmlns:a16="http://schemas.microsoft.com/office/drawing/2014/main" id="{BB950669-56DC-60C6-6D3B-2784D2EB4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1" name="Oval 189">
            <a:extLst>
              <a:ext uri="{FF2B5EF4-FFF2-40B4-BE49-F238E27FC236}">
                <a16:creationId xmlns:a16="http://schemas.microsoft.com/office/drawing/2014/main" id="{63DE2F3B-1ECB-6958-8D32-3F91AF250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2" name="Oval 190">
            <a:extLst>
              <a:ext uri="{FF2B5EF4-FFF2-40B4-BE49-F238E27FC236}">
                <a16:creationId xmlns:a16="http://schemas.microsoft.com/office/drawing/2014/main" id="{1D847B09-73C4-6992-0B85-FCD7E672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3" name="Oval 191">
            <a:extLst>
              <a:ext uri="{FF2B5EF4-FFF2-40B4-BE49-F238E27FC236}">
                <a16:creationId xmlns:a16="http://schemas.microsoft.com/office/drawing/2014/main" id="{687CE3E0-D430-42CE-A3FF-E242FB1B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4" name="Oval 192">
            <a:extLst>
              <a:ext uri="{FF2B5EF4-FFF2-40B4-BE49-F238E27FC236}">
                <a16:creationId xmlns:a16="http://schemas.microsoft.com/office/drawing/2014/main" id="{A2A9C42E-567C-43BA-5B2F-12FB861BE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5" name="Oval 193">
            <a:extLst>
              <a:ext uri="{FF2B5EF4-FFF2-40B4-BE49-F238E27FC236}">
                <a16:creationId xmlns:a16="http://schemas.microsoft.com/office/drawing/2014/main" id="{BFB2F9F8-448A-C85D-A896-4943AA227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338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6" name="Oval 194">
            <a:extLst>
              <a:ext uri="{FF2B5EF4-FFF2-40B4-BE49-F238E27FC236}">
                <a16:creationId xmlns:a16="http://schemas.microsoft.com/office/drawing/2014/main" id="{AE5921D8-F8DC-E13C-35CC-9D6BAFE8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7" name="Oval 195">
            <a:extLst>
              <a:ext uri="{FF2B5EF4-FFF2-40B4-BE49-F238E27FC236}">
                <a16:creationId xmlns:a16="http://schemas.microsoft.com/office/drawing/2014/main" id="{0EA5A3AD-6198-9A87-1CC7-5D93CB9A0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8" name="Oval 196">
            <a:extLst>
              <a:ext uri="{FF2B5EF4-FFF2-40B4-BE49-F238E27FC236}">
                <a16:creationId xmlns:a16="http://schemas.microsoft.com/office/drawing/2014/main" id="{F912B7C6-FB98-45A3-3346-547A7A36B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09" name="Oval 197">
            <a:extLst>
              <a:ext uri="{FF2B5EF4-FFF2-40B4-BE49-F238E27FC236}">
                <a16:creationId xmlns:a16="http://schemas.microsoft.com/office/drawing/2014/main" id="{732EC7CD-710C-5BC2-B119-5EF15F59C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0" name="Oval 198">
            <a:extLst>
              <a:ext uri="{FF2B5EF4-FFF2-40B4-BE49-F238E27FC236}">
                <a16:creationId xmlns:a16="http://schemas.microsoft.com/office/drawing/2014/main" id="{7F84111F-E183-7EA6-3FD3-FD0B4A0C8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1" name="Oval 199">
            <a:extLst>
              <a:ext uri="{FF2B5EF4-FFF2-40B4-BE49-F238E27FC236}">
                <a16:creationId xmlns:a16="http://schemas.microsoft.com/office/drawing/2014/main" id="{D0B6C80E-DA9F-EBBF-FE59-DEF2553BC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2" name="Oval 200">
            <a:extLst>
              <a:ext uri="{FF2B5EF4-FFF2-40B4-BE49-F238E27FC236}">
                <a16:creationId xmlns:a16="http://schemas.microsoft.com/office/drawing/2014/main" id="{6C00C0BA-E40E-5101-8846-4FFE0595F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3" name="Oval 201">
            <a:extLst>
              <a:ext uri="{FF2B5EF4-FFF2-40B4-BE49-F238E27FC236}">
                <a16:creationId xmlns:a16="http://schemas.microsoft.com/office/drawing/2014/main" id="{A7461E55-6D28-A650-78DE-D14E7E656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4" name="Oval 202">
            <a:extLst>
              <a:ext uri="{FF2B5EF4-FFF2-40B4-BE49-F238E27FC236}">
                <a16:creationId xmlns:a16="http://schemas.microsoft.com/office/drawing/2014/main" id="{08C3F812-F04D-0DAA-4D87-BF088A85E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5" name="Oval 203">
            <a:extLst>
              <a:ext uri="{FF2B5EF4-FFF2-40B4-BE49-F238E27FC236}">
                <a16:creationId xmlns:a16="http://schemas.microsoft.com/office/drawing/2014/main" id="{A667EBDC-0ECC-053D-F5BD-65DCD65FB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6" name="Oval 204">
            <a:extLst>
              <a:ext uri="{FF2B5EF4-FFF2-40B4-BE49-F238E27FC236}">
                <a16:creationId xmlns:a16="http://schemas.microsoft.com/office/drawing/2014/main" id="{EAD61C22-6F7E-98EA-DA0A-3A3EC116C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7" name="Oval 205">
            <a:extLst>
              <a:ext uri="{FF2B5EF4-FFF2-40B4-BE49-F238E27FC236}">
                <a16:creationId xmlns:a16="http://schemas.microsoft.com/office/drawing/2014/main" id="{9E8BE647-83AF-BCC7-CEB3-5C5726898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8" name="Oval 206">
            <a:extLst>
              <a:ext uri="{FF2B5EF4-FFF2-40B4-BE49-F238E27FC236}">
                <a16:creationId xmlns:a16="http://schemas.microsoft.com/office/drawing/2014/main" id="{F38A66B2-0703-473F-1C01-04C93DC4D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19" name="Oval 207">
            <a:extLst>
              <a:ext uri="{FF2B5EF4-FFF2-40B4-BE49-F238E27FC236}">
                <a16:creationId xmlns:a16="http://schemas.microsoft.com/office/drawing/2014/main" id="{7D1EB7CC-C5CE-0D43-E714-02266E6C0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0" name="Oval 208">
            <a:extLst>
              <a:ext uri="{FF2B5EF4-FFF2-40B4-BE49-F238E27FC236}">
                <a16:creationId xmlns:a16="http://schemas.microsoft.com/office/drawing/2014/main" id="{68651EE3-6F7F-91AF-A9B5-093159349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1" name="Oval 209">
            <a:extLst>
              <a:ext uri="{FF2B5EF4-FFF2-40B4-BE49-F238E27FC236}">
                <a16:creationId xmlns:a16="http://schemas.microsoft.com/office/drawing/2014/main" id="{CE0CF486-9C0E-DD86-0CC2-9EE87909D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6513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2" name="Oval 210">
            <a:extLst>
              <a:ext uri="{FF2B5EF4-FFF2-40B4-BE49-F238E27FC236}">
                <a16:creationId xmlns:a16="http://schemas.microsoft.com/office/drawing/2014/main" id="{6009C664-DC38-4EDC-110C-4C6A41D68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4111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3" name="Oval 211">
            <a:extLst>
              <a:ext uri="{FF2B5EF4-FFF2-40B4-BE49-F238E27FC236}">
                <a16:creationId xmlns:a16="http://schemas.microsoft.com/office/drawing/2014/main" id="{B9835A81-3A7C-9096-4172-851F11B39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7953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4" name="Oval 212">
            <a:extLst>
              <a:ext uri="{FF2B5EF4-FFF2-40B4-BE49-F238E27FC236}">
                <a16:creationId xmlns:a16="http://schemas.microsoft.com/office/drawing/2014/main" id="{AF9A32B6-1BE8-6FBA-8DEC-F48D3F9F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11795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5" name="Oval 213">
            <a:extLst>
              <a:ext uri="{FF2B5EF4-FFF2-40B4-BE49-F238E27FC236}">
                <a16:creationId xmlns:a16="http://schemas.microsoft.com/office/drawing/2014/main" id="{620812EE-A83B-657C-6946-1066D7D62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15636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6" name="Oval 214">
            <a:extLst>
              <a:ext uri="{FF2B5EF4-FFF2-40B4-BE49-F238E27FC236}">
                <a16:creationId xmlns:a16="http://schemas.microsoft.com/office/drawing/2014/main" id="{AAEB18D7-13DB-2E72-0266-43B6CFC3B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194786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7" name="Oval 215">
            <a:extLst>
              <a:ext uri="{FF2B5EF4-FFF2-40B4-BE49-F238E27FC236}">
                <a16:creationId xmlns:a16="http://schemas.microsoft.com/office/drawing/2014/main" id="{85047A30-BA1C-80AC-4293-0BE206A63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233203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8" name="Oval 216">
            <a:extLst>
              <a:ext uri="{FF2B5EF4-FFF2-40B4-BE49-F238E27FC236}">
                <a16:creationId xmlns:a16="http://schemas.microsoft.com/office/drawing/2014/main" id="{46D08630-2ADD-1623-59BD-F60877AAF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2716213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29" name="Oval 217">
            <a:extLst>
              <a:ext uri="{FF2B5EF4-FFF2-40B4-BE49-F238E27FC236}">
                <a16:creationId xmlns:a16="http://schemas.microsoft.com/office/drawing/2014/main" id="{31CFD187-FE82-0EC0-49FC-279F8BCF2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3100388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0" name="Oval 218">
            <a:extLst>
              <a:ext uri="{FF2B5EF4-FFF2-40B4-BE49-F238E27FC236}">
                <a16:creationId xmlns:a16="http://schemas.microsoft.com/office/drawing/2014/main" id="{F2E6DEAB-B409-5EF9-94CC-630879644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34829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1" name="Oval 219">
            <a:extLst>
              <a:ext uri="{FF2B5EF4-FFF2-40B4-BE49-F238E27FC236}">
                <a16:creationId xmlns:a16="http://schemas.microsoft.com/office/drawing/2014/main" id="{84B09C9E-11FA-1423-7316-3B6700091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38671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2" name="Oval 220">
            <a:extLst>
              <a:ext uri="{FF2B5EF4-FFF2-40B4-BE49-F238E27FC236}">
                <a16:creationId xmlns:a16="http://schemas.microsoft.com/office/drawing/2014/main" id="{59B3033A-1E84-8372-DA2E-D7C5B1466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42513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3" name="Oval 221">
            <a:extLst>
              <a:ext uri="{FF2B5EF4-FFF2-40B4-BE49-F238E27FC236}">
                <a16:creationId xmlns:a16="http://schemas.microsoft.com/office/drawing/2014/main" id="{7AA42E2A-5214-A9A4-391A-8EFE33DD1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46355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4" name="Oval 222">
            <a:extLst>
              <a:ext uri="{FF2B5EF4-FFF2-40B4-BE49-F238E27FC236}">
                <a16:creationId xmlns:a16="http://schemas.microsoft.com/office/drawing/2014/main" id="{837CFB72-BD0B-2A1E-2354-CAB460547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501967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5" name="Oval 223">
            <a:extLst>
              <a:ext uri="{FF2B5EF4-FFF2-40B4-BE49-F238E27FC236}">
                <a16:creationId xmlns:a16="http://schemas.microsoft.com/office/drawing/2014/main" id="{0AB743E8-3512-89F0-B301-9F107672D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540385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6" name="Oval 224">
            <a:extLst>
              <a:ext uri="{FF2B5EF4-FFF2-40B4-BE49-F238E27FC236}">
                <a16:creationId xmlns:a16="http://schemas.microsoft.com/office/drawing/2014/main" id="{A41B5C50-3BCA-3312-FA21-1F220956D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5788025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7" name="Oval 225">
            <a:extLst>
              <a:ext uri="{FF2B5EF4-FFF2-40B4-BE49-F238E27FC236}">
                <a16:creationId xmlns:a16="http://schemas.microsoft.com/office/drawing/2014/main" id="{130110FD-A0DB-FE68-DC7D-BFB24117D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688" y="6172200"/>
            <a:ext cx="15875" cy="15875"/>
          </a:xfrm>
          <a:prstGeom prst="ellipse">
            <a:avLst/>
          </a:prstGeom>
          <a:solidFill>
            <a:srgbClr val="2A2F35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38" name="Rectangle 226">
            <a:extLst>
              <a:ext uri="{FF2B5EF4-FFF2-40B4-BE49-F238E27FC236}">
                <a16:creationId xmlns:a16="http://schemas.microsoft.com/office/drawing/2014/main" id="{AC35DC5D-A696-1747-0981-80F5D445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1352550"/>
            <a:ext cx="5897563" cy="19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4300" b="1" dirty="0">
                <a:solidFill>
                  <a:srgbClr val="F4F6F8"/>
                </a:solidFill>
              </a:rPr>
              <a:t>Decision</a:t>
            </a:r>
          </a:p>
          <a:p>
            <a:pPr hangingPunct="1">
              <a:lnSpc>
                <a:spcPct val="100000"/>
              </a:lnSpc>
            </a:pPr>
            <a:r>
              <a:rPr lang="en-US" altLang="en-US" sz="4300" b="1" dirty="0">
                <a:solidFill>
                  <a:srgbClr val="F4F6F8"/>
                </a:solidFill>
              </a:rPr>
              <a:t>Intelligence</a:t>
            </a:r>
          </a:p>
          <a:p>
            <a:pPr hangingPunct="1">
              <a:lnSpc>
                <a:spcPct val="100000"/>
              </a:lnSpc>
            </a:pPr>
            <a:r>
              <a:rPr lang="en-US" altLang="en-US" sz="4300" b="1" dirty="0">
                <a:solidFill>
                  <a:srgbClr val="F4F6F8"/>
                </a:solidFill>
              </a:rPr>
              <a:t>Framework</a:t>
            </a:r>
          </a:p>
        </p:txBody>
      </p:sp>
      <p:sp>
        <p:nvSpPr>
          <p:cNvPr id="13539" name="Rectangle 227">
            <a:extLst>
              <a:ext uri="{FF2B5EF4-FFF2-40B4-BE49-F238E27FC236}">
                <a16:creationId xmlns:a16="http://schemas.microsoft.com/office/drawing/2014/main" id="{D4931A95-A508-12C1-F6C0-90AC6B0DB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932238"/>
            <a:ext cx="1096962" cy="41275"/>
          </a:xfrm>
          <a:prstGeom prst="rect">
            <a:avLst/>
          </a:prstGeom>
          <a:solidFill>
            <a:srgbClr val="F5653A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40" name="Rectangle 228">
            <a:extLst>
              <a:ext uri="{FF2B5EF4-FFF2-40B4-BE49-F238E27FC236}">
                <a16:creationId xmlns:a16="http://schemas.microsoft.com/office/drawing/2014/main" id="{217F7A07-01FF-21A4-97BD-375D26419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4297363"/>
            <a:ext cx="6172200" cy="39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2000" b="1" dirty="0">
                <a:solidFill>
                  <a:srgbClr val="F4F6F8"/>
                </a:solidFill>
              </a:rPr>
              <a:t>Resolve  |  Reconcile  |  Recover (Circularity)</a:t>
            </a:r>
          </a:p>
        </p:txBody>
      </p:sp>
      <p:sp>
        <p:nvSpPr>
          <p:cNvPr id="13541" name="Rectangle 229">
            <a:extLst>
              <a:ext uri="{FF2B5EF4-FFF2-40B4-BE49-F238E27FC236}">
                <a16:creationId xmlns:a16="http://schemas.microsoft.com/office/drawing/2014/main" id="{57A27356-9CD6-9CA0-EDAE-FBA32A062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4939506"/>
            <a:ext cx="5532437" cy="96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500">
                <a:solidFill>
                  <a:srgbClr val="B1BBC5"/>
                </a:solidFill>
              </a:rPr>
              <a:t>A unified framework for decision orchestration,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500">
                <a:solidFill>
                  <a:srgbClr val="B1BBC5"/>
                </a:solidFill>
              </a:rPr>
              <a:t>reconciliation, and circular value recovery.</a:t>
            </a:r>
          </a:p>
        </p:txBody>
      </p:sp>
      <p:sp>
        <p:nvSpPr>
          <p:cNvPr id="13542" name="Rectangle 230">
            <a:extLst>
              <a:ext uri="{FF2B5EF4-FFF2-40B4-BE49-F238E27FC236}">
                <a16:creationId xmlns:a16="http://schemas.microsoft.com/office/drawing/2014/main" id="{5A728E35-4107-D8C8-431C-704A62B9A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6510338"/>
            <a:ext cx="5668962" cy="11112"/>
          </a:xfrm>
          <a:prstGeom prst="rect">
            <a:avLst/>
          </a:prstGeom>
          <a:solidFill>
            <a:srgbClr val="373B42"/>
          </a:solidFill>
          <a:ln>
            <a:noFill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  <a:extLst>
            <a:ext uri="{91240B29-F687-4F45-9708-019B960494DF}">
              <a14:hiddenLine xmlns:a14="http://schemas.microsoft.com/office/drawing/2010/main" w="9360" cap="flat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43" name="Rectangle 231">
            <a:extLst>
              <a:ext uri="{FF2B5EF4-FFF2-40B4-BE49-F238E27FC236}">
                <a16:creationId xmlns:a16="http://schemas.microsoft.com/office/drawing/2014/main" id="{CC363287-CF39-9D0A-5E97-36B6D8E14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6565900"/>
            <a:ext cx="4572000" cy="15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800">
                <a:solidFill>
                  <a:srgbClr val="7B8188"/>
                </a:solidFill>
              </a:rPr>
              <a:t>© 2026 Artizent. All rights reserved.</a:t>
            </a:r>
          </a:p>
        </p:txBody>
      </p:sp>
      <p:sp>
        <p:nvSpPr>
          <p:cNvPr id="13544" name="Oval 232">
            <a:extLst>
              <a:ext uri="{FF2B5EF4-FFF2-40B4-BE49-F238E27FC236}">
                <a16:creationId xmlns:a16="http://schemas.microsoft.com/office/drawing/2014/main" id="{A607A7C8-5073-9EB4-CFC3-92595746D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719263"/>
            <a:ext cx="3254375" cy="3254375"/>
          </a:xfrm>
          <a:prstGeom prst="ellipse">
            <a:avLst/>
          </a:prstGeom>
          <a:solidFill>
            <a:srgbClr val="15181E"/>
          </a:solidFill>
          <a:ln w="17280" cap="flat">
            <a:solidFill>
              <a:srgbClr val="4B555E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45" name="Oval 233">
            <a:extLst>
              <a:ext uri="{FF2B5EF4-FFF2-40B4-BE49-F238E27FC236}">
                <a16:creationId xmlns:a16="http://schemas.microsoft.com/office/drawing/2014/main" id="{EE5ACF15-DB37-F9DF-15F2-7368648B4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13" y="2524125"/>
            <a:ext cx="1636712" cy="1636713"/>
          </a:xfrm>
          <a:prstGeom prst="ellipse">
            <a:avLst/>
          </a:prstGeom>
          <a:solidFill>
            <a:srgbClr val="F5653A"/>
          </a:solidFill>
          <a:ln w="14040" cap="flat">
            <a:solidFill>
              <a:srgbClr val="FB9677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46" name="Rectangle 234">
            <a:extLst>
              <a:ext uri="{FF2B5EF4-FFF2-40B4-BE49-F238E27FC236}">
                <a16:creationId xmlns:a16="http://schemas.microsoft.com/office/drawing/2014/main" id="{0F9AAF5B-1B10-A89E-C0C5-08FD27F22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3313" y="2990850"/>
            <a:ext cx="1189037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700" b="1">
                <a:solidFill>
                  <a:srgbClr val="F4F6F8"/>
                </a:solidFill>
              </a:rPr>
              <a:t>NEXT BEST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700" b="1">
                <a:solidFill>
                  <a:srgbClr val="F4F6F8"/>
                </a:solidFill>
              </a:rPr>
              <a:t>ACTION</a:t>
            </a:r>
          </a:p>
        </p:txBody>
      </p:sp>
      <p:sp>
        <p:nvSpPr>
          <p:cNvPr id="13547" name="Oval 235">
            <a:extLst>
              <a:ext uri="{FF2B5EF4-FFF2-40B4-BE49-F238E27FC236}">
                <a16:creationId xmlns:a16="http://schemas.microsoft.com/office/drawing/2014/main" id="{B6C612F6-9610-7D38-A534-AEB834C19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785813"/>
            <a:ext cx="785813" cy="785812"/>
          </a:xfrm>
          <a:prstGeom prst="ellipse">
            <a:avLst/>
          </a:prstGeom>
          <a:solidFill>
            <a:srgbClr val="359E7F"/>
          </a:solidFill>
          <a:ln w="10080" cap="flat">
            <a:solidFill>
              <a:srgbClr val="C4C9D1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48" name="Rectangle 236">
            <a:extLst>
              <a:ext uri="{FF2B5EF4-FFF2-40B4-BE49-F238E27FC236}">
                <a16:creationId xmlns:a16="http://schemas.microsoft.com/office/drawing/2014/main" id="{50BA8C8A-433B-9E53-9091-46F0000C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1438" y="1055688"/>
            <a:ext cx="693737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/>
          <a:p>
            <a:pPr algn="ctr" hangingPunct="1">
              <a:lnSpc>
                <a:spcPct val="100000"/>
              </a:lnSpc>
            </a:pPr>
            <a:r>
              <a:rPr lang="en-US" altLang="en-US" sz="1600" b="1">
                <a:solidFill>
                  <a:srgbClr val="F4F6F8"/>
                </a:solidFill>
              </a:rPr>
              <a:t>01</a:t>
            </a:r>
          </a:p>
        </p:txBody>
      </p:sp>
      <p:sp>
        <p:nvSpPr>
          <p:cNvPr id="13549" name="Rectangle 237">
            <a:extLst>
              <a:ext uri="{FF2B5EF4-FFF2-40B4-BE49-F238E27FC236}">
                <a16:creationId xmlns:a16="http://schemas.microsoft.com/office/drawing/2014/main" id="{DD459D07-F00D-CE4B-CCF1-91BBCB943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74638"/>
            <a:ext cx="1700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200" b="1">
                <a:solidFill>
                  <a:srgbClr val="F4F6F8"/>
                </a:solidFill>
              </a:rPr>
              <a:t>SENSE</a:t>
            </a:r>
          </a:p>
        </p:txBody>
      </p:sp>
      <p:sp>
        <p:nvSpPr>
          <p:cNvPr id="13550" name="Rectangle 238">
            <a:extLst>
              <a:ext uri="{FF2B5EF4-FFF2-40B4-BE49-F238E27FC236}">
                <a16:creationId xmlns:a16="http://schemas.microsoft.com/office/drawing/2014/main" id="{6690E58F-C46C-40D7-9565-81008E5FE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20700"/>
            <a:ext cx="170021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Asset &amp; product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intelligence</a:t>
            </a:r>
          </a:p>
        </p:txBody>
      </p:sp>
      <p:sp>
        <p:nvSpPr>
          <p:cNvPr id="13551" name="Oval 239">
            <a:extLst>
              <a:ext uri="{FF2B5EF4-FFF2-40B4-BE49-F238E27FC236}">
                <a16:creationId xmlns:a16="http://schemas.microsoft.com/office/drawing/2014/main" id="{0DF66EF6-E0D1-FD65-D332-1B04B9B92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8688" y="2278063"/>
            <a:ext cx="785812" cy="785812"/>
          </a:xfrm>
          <a:prstGeom prst="ellipse">
            <a:avLst/>
          </a:prstGeom>
          <a:solidFill>
            <a:srgbClr val="5188D8"/>
          </a:solidFill>
          <a:ln w="10080" cap="flat">
            <a:solidFill>
              <a:srgbClr val="C4C9D1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52" name="Rectangle 240">
            <a:extLst>
              <a:ext uri="{FF2B5EF4-FFF2-40B4-BE49-F238E27FC236}">
                <a16:creationId xmlns:a16="http://schemas.microsoft.com/office/drawing/2014/main" id="{BBB44975-7242-365A-0A05-1F7FC0A7F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4725" y="2547938"/>
            <a:ext cx="693738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/>
          <a:p>
            <a:pPr algn="ctr" hangingPunct="1">
              <a:lnSpc>
                <a:spcPct val="100000"/>
              </a:lnSpc>
            </a:pPr>
            <a:r>
              <a:rPr lang="en-US" altLang="en-US" sz="1600" b="1">
                <a:solidFill>
                  <a:srgbClr val="F4F6F8"/>
                </a:solidFill>
              </a:rPr>
              <a:t>02</a:t>
            </a:r>
          </a:p>
        </p:txBody>
      </p:sp>
      <p:sp>
        <p:nvSpPr>
          <p:cNvPr id="13553" name="Rectangle 241">
            <a:extLst>
              <a:ext uri="{FF2B5EF4-FFF2-40B4-BE49-F238E27FC236}">
                <a16:creationId xmlns:a16="http://schemas.microsoft.com/office/drawing/2014/main" id="{C539A824-8D61-131D-2F7B-C98CD8EA6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3325" y="1765300"/>
            <a:ext cx="14176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200" b="1" dirty="0">
                <a:solidFill>
                  <a:srgbClr val="F4F6F8"/>
                </a:solidFill>
              </a:rPr>
              <a:t>EVALUATE</a:t>
            </a:r>
          </a:p>
        </p:txBody>
      </p:sp>
      <p:sp>
        <p:nvSpPr>
          <p:cNvPr id="13554" name="Rectangle 242">
            <a:extLst>
              <a:ext uri="{FF2B5EF4-FFF2-40B4-BE49-F238E27FC236}">
                <a16:creationId xmlns:a16="http://schemas.microsoft.com/office/drawing/2014/main" id="{CBC08972-CDE0-0D17-F3F4-27DC0CFB5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3325" y="2012950"/>
            <a:ext cx="141763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Treatment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options</a:t>
            </a:r>
          </a:p>
        </p:txBody>
      </p:sp>
      <p:sp>
        <p:nvSpPr>
          <p:cNvPr id="13555" name="Oval 243">
            <a:extLst>
              <a:ext uri="{FF2B5EF4-FFF2-40B4-BE49-F238E27FC236}">
                <a16:creationId xmlns:a16="http://schemas.microsoft.com/office/drawing/2014/main" id="{AE41AE24-3FCF-4830-22A0-20224A5A5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8425" y="4689475"/>
            <a:ext cx="785813" cy="785813"/>
          </a:xfrm>
          <a:prstGeom prst="ellipse">
            <a:avLst/>
          </a:prstGeom>
          <a:solidFill>
            <a:srgbClr val="9668D1"/>
          </a:solidFill>
          <a:ln w="10080" cap="flat">
            <a:solidFill>
              <a:srgbClr val="C4C9D1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56" name="Rectangle 244">
            <a:extLst>
              <a:ext uri="{FF2B5EF4-FFF2-40B4-BE49-F238E27FC236}">
                <a16:creationId xmlns:a16="http://schemas.microsoft.com/office/drawing/2014/main" id="{0C7DF9B1-DD20-F7D7-5763-91676C345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4463" y="4959350"/>
            <a:ext cx="693737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/>
          <a:p>
            <a:pPr algn="ctr" hangingPunct="1">
              <a:lnSpc>
                <a:spcPct val="100000"/>
              </a:lnSpc>
            </a:pPr>
            <a:r>
              <a:rPr lang="en-US" altLang="en-US" sz="1600" b="1">
                <a:solidFill>
                  <a:srgbClr val="F4F6F8"/>
                </a:solidFill>
              </a:rPr>
              <a:t>03</a:t>
            </a:r>
          </a:p>
        </p:txBody>
      </p:sp>
      <p:sp>
        <p:nvSpPr>
          <p:cNvPr id="13557" name="Rectangle 245">
            <a:extLst>
              <a:ext uri="{FF2B5EF4-FFF2-40B4-BE49-F238E27FC236}">
                <a16:creationId xmlns:a16="http://schemas.microsoft.com/office/drawing/2014/main" id="{B53BF7C0-3254-4EAA-F8CD-AA2E92E08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063" y="5530850"/>
            <a:ext cx="14176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200" b="1">
                <a:solidFill>
                  <a:srgbClr val="F4F6F8"/>
                </a:solidFill>
              </a:rPr>
              <a:t>OPTIMIZE</a:t>
            </a:r>
          </a:p>
        </p:txBody>
      </p:sp>
      <p:sp>
        <p:nvSpPr>
          <p:cNvPr id="13558" name="Rectangle 246">
            <a:extLst>
              <a:ext uri="{FF2B5EF4-FFF2-40B4-BE49-F238E27FC236}">
                <a16:creationId xmlns:a16="http://schemas.microsoft.com/office/drawing/2014/main" id="{D3A9E0E4-0198-1A73-F478-8C0693E5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063" y="5778500"/>
            <a:ext cx="1417637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Value, cost &amp;</a:t>
            </a:r>
          </a:p>
          <a:p>
            <a:pPr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constraints</a:t>
            </a:r>
          </a:p>
        </p:txBody>
      </p:sp>
      <p:sp>
        <p:nvSpPr>
          <p:cNvPr id="13559" name="Oval 247">
            <a:extLst>
              <a:ext uri="{FF2B5EF4-FFF2-40B4-BE49-F238E27FC236}">
                <a16:creationId xmlns:a16="http://schemas.microsoft.com/office/drawing/2014/main" id="{88686BB1-903A-6175-E4A3-56649C3B4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5" y="4689475"/>
            <a:ext cx="785813" cy="785813"/>
          </a:xfrm>
          <a:prstGeom prst="ellipse">
            <a:avLst/>
          </a:prstGeom>
          <a:solidFill>
            <a:srgbClr val="359E7F"/>
          </a:solidFill>
          <a:ln w="10080" cap="flat">
            <a:solidFill>
              <a:srgbClr val="C4C9D1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60" name="Rectangle 248">
            <a:extLst>
              <a:ext uri="{FF2B5EF4-FFF2-40B4-BE49-F238E27FC236}">
                <a16:creationId xmlns:a16="http://schemas.microsoft.com/office/drawing/2014/main" id="{047F9730-5E39-1571-3B09-4A9F0E966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4959350"/>
            <a:ext cx="693738" cy="2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/>
          <a:p>
            <a:pPr algn="ctr" hangingPunct="1">
              <a:lnSpc>
                <a:spcPct val="100000"/>
              </a:lnSpc>
            </a:pPr>
            <a:r>
              <a:rPr lang="en-US" altLang="en-US" sz="1600" b="1">
                <a:solidFill>
                  <a:srgbClr val="F4F6F8"/>
                </a:solidFill>
              </a:rPr>
              <a:t>04</a:t>
            </a:r>
          </a:p>
        </p:txBody>
      </p:sp>
      <p:sp>
        <p:nvSpPr>
          <p:cNvPr id="13561" name="Rectangle 249">
            <a:extLst>
              <a:ext uri="{FF2B5EF4-FFF2-40B4-BE49-F238E27FC236}">
                <a16:creationId xmlns:a16="http://schemas.microsoft.com/office/drawing/2014/main" id="{DE3C8119-2F33-CD60-1394-8FEE6B96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925" y="5530850"/>
            <a:ext cx="13525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200" b="1" dirty="0">
                <a:solidFill>
                  <a:srgbClr val="F4F6F8"/>
                </a:solidFill>
              </a:rPr>
              <a:t>EXECUTE</a:t>
            </a:r>
          </a:p>
        </p:txBody>
      </p:sp>
      <p:sp>
        <p:nvSpPr>
          <p:cNvPr id="13562" name="Rectangle 250">
            <a:extLst>
              <a:ext uri="{FF2B5EF4-FFF2-40B4-BE49-F238E27FC236}">
                <a16:creationId xmlns:a16="http://schemas.microsoft.com/office/drawing/2014/main" id="{E7AEB49D-8486-5018-10F4-0FEF442F2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925" y="5778500"/>
            <a:ext cx="13525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Disposition</a:t>
            </a:r>
          </a:p>
          <a:p>
            <a:pPr algn="r" hangingPunct="1">
              <a:lnSpc>
                <a:spcPct val="100000"/>
              </a:lnSpc>
            </a:pPr>
            <a:r>
              <a:rPr lang="en-US" altLang="en-US" sz="1000" dirty="0">
                <a:solidFill>
                  <a:srgbClr val="B1BBC5"/>
                </a:solidFill>
              </a:rPr>
              <a:t>&amp; recovery</a:t>
            </a:r>
          </a:p>
        </p:txBody>
      </p:sp>
      <p:sp>
        <p:nvSpPr>
          <p:cNvPr id="13563" name="Oval 251">
            <a:extLst>
              <a:ext uri="{FF2B5EF4-FFF2-40B4-BE49-F238E27FC236}">
                <a16:creationId xmlns:a16="http://schemas.microsoft.com/office/drawing/2014/main" id="{4476F0F7-CF36-A9CF-680A-234B06CA1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2278063"/>
            <a:ext cx="785812" cy="785812"/>
          </a:xfrm>
          <a:prstGeom prst="ellipse">
            <a:avLst/>
          </a:prstGeom>
          <a:solidFill>
            <a:srgbClr val="5188D8"/>
          </a:solidFill>
          <a:ln w="10080" cap="flat">
            <a:solidFill>
              <a:srgbClr val="C4C9D1"/>
            </a:solidFill>
            <a:round/>
            <a:headEnd/>
            <a:tailEnd/>
          </a:ln>
          <a:effectLst>
            <a:outerShdw dist="23040" dir="5400000" algn="ctr" rotWithShape="0">
              <a:srgbClr val="000000">
                <a:alpha val="35036"/>
              </a:srgbClr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3564" name="Rectangle 252">
            <a:extLst>
              <a:ext uri="{FF2B5EF4-FFF2-40B4-BE49-F238E27FC236}">
                <a16:creationId xmlns:a16="http://schemas.microsoft.com/office/drawing/2014/main" id="{1B84C4E5-8736-9CF4-F98D-EB16E0D0E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2547938"/>
            <a:ext cx="693737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/>
          <a:p>
            <a:pPr algn="ctr" hangingPunct="1">
              <a:lnSpc>
                <a:spcPct val="100000"/>
              </a:lnSpc>
            </a:pPr>
            <a:r>
              <a:rPr lang="en-US" altLang="en-US" sz="1600" b="1" dirty="0">
                <a:solidFill>
                  <a:srgbClr val="F4F6F8"/>
                </a:solidFill>
              </a:rPr>
              <a:t>05</a:t>
            </a:r>
          </a:p>
        </p:txBody>
      </p:sp>
      <p:sp>
        <p:nvSpPr>
          <p:cNvPr id="13565" name="Rectangle 253">
            <a:extLst>
              <a:ext uri="{FF2B5EF4-FFF2-40B4-BE49-F238E27FC236}">
                <a16:creationId xmlns:a16="http://schemas.microsoft.com/office/drawing/2014/main" id="{3D1EE677-B2FC-8532-8B2E-79CB49592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1765300"/>
            <a:ext cx="13525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200" b="1" dirty="0">
                <a:solidFill>
                  <a:srgbClr val="F4F6F8"/>
                </a:solidFill>
              </a:rPr>
              <a:t>LEARN</a:t>
            </a:r>
          </a:p>
        </p:txBody>
      </p:sp>
      <p:sp>
        <p:nvSpPr>
          <p:cNvPr id="13566" name="Rectangle 254">
            <a:extLst>
              <a:ext uri="{FF2B5EF4-FFF2-40B4-BE49-F238E27FC236}">
                <a16:creationId xmlns:a16="http://schemas.microsoft.com/office/drawing/2014/main" id="{E489BF4D-8F3D-8E0C-9D89-118302FB8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2012950"/>
            <a:ext cx="13525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Actual outcomes</a:t>
            </a:r>
          </a:p>
          <a:p>
            <a:pPr algn="r" hangingPunct="1">
              <a:lnSpc>
                <a:spcPct val="100000"/>
              </a:lnSpc>
            </a:pPr>
            <a:r>
              <a:rPr lang="en-US" altLang="en-US" sz="1000">
                <a:solidFill>
                  <a:srgbClr val="B1BBC5"/>
                </a:solidFill>
              </a:rPr>
              <a:t>&amp; feedback</a:t>
            </a:r>
          </a:p>
        </p:txBody>
      </p:sp>
      <p:sp>
        <p:nvSpPr>
          <p:cNvPr id="13567" name="Rectangle 255">
            <a:extLst>
              <a:ext uri="{FF2B5EF4-FFF2-40B4-BE49-F238E27FC236}">
                <a16:creationId xmlns:a16="http://schemas.microsoft.com/office/drawing/2014/main" id="{2EBD2E89-CAC8-647E-AF6E-D396F4B86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7275" y="6337300"/>
            <a:ext cx="429736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" tIns="0" rIns="9000" bIns="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B4C0CA"/>
                </a:solidFill>
              </a:rPr>
              <a:t>CONTINUOUS DECISION &amp; OUTCOME LEARNING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988E-A778-64F0-4AD5-B5B663F7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F82DC-90F2-D8A8-4812-9F2D00F97C34}"/>
              </a:ext>
            </a:extLst>
          </p:cNvPr>
          <p:cNvSpPr txBox="1"/>
          <p:nvPr/>
        </p:nvSpPr>
        <p:spPr>
          <a:xfrm>
            <a:off x="623888" y="128270"/>
            <a:ext cx="10531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227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Decision Intelligence Framework</a:t>
            </a:r>
            <a:endParaRPr lang="en-IN" sz="2400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3965A2B4-B865-BE6F-B1DD-6CF4DDEEE670}"/>
              </a:ext>
            </a:extLst>
          </p:cNvPr>
          <p:cNvSpPr/>
          <p:nvPr/>
        </p:nvSpPr>
        <p:spPr>
          <a:xfrm>
            <a:off x="548640" y="1143000"/>
            <a:ext cx="1691640" cy="2468880"/>
          </a:xfrm>
          <a:prstGeom prst="roundRect">
            <a:avLst>
              <a:gd name="adj" fmla="val 3243"/>
            </a:avLst>
          </a:prstGeom>
          <a:solidFill>
            <a:srgbClr val="222734"/>
          </a:solidFill>
          <a:ln>
            <a:solidFill>
              <a:srgbClr val="222734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Business modules</a:t>
            </a:r>
            <a:endParaRPr lang="en-US" sz="11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b="1" dirty="0">
                <a:solidFill>
                  <a:srgbClr val="C9CBD3"/>
                </a:solidFill>
                <a:latin typeface="+mj-lt"/>
                <a:ea typeface="Arial" pitchFamily="34" charset="-122"/>
                <a:cs typeface="Arial" pitchFamily="34" charset="-120"/>
              </a:rPr>
              <a:t>Built on one shared framework; more modules can be added</a:t>
            </a:r>
            <a:endParaRPr lang="en-US" sz="1100" dirty="0">
              <a:latin typeface="+mj-lt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FF0776B-EFD7-0729-C9B8-08BF8B8F40F4}"/>
              </a:ext>
            </a:extLst>
          </p:cNvPr>
          <p:cNvSpPr/>
          <p:nvPr/>
        </p:nvSpPr>
        <p:spPr>
          <a:xfrm>
            <a:off x="2377440" y="1143000"/>
            <a:ext cx="3014472" cy="2468880"/>
          </a:xfrm>
          <a:prstGeom prst="roundRect">
            <a:avLst>
              <a:gd name="adj" fmla="val 2593"/>
            </a:avLst>
          </a:prstGeom>
          <a:solidFill>
            <a:srgbClr val="FBF8F4"/>
          </a:solidFill>
          <a:ln w="9525">
            <a:solidFill>
              <a:srgbClr val="DCD3C8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A7C97F2-8F33-8344-FEEC-A2B1BF47A086}"/>
              </a:ext>
            </a:extLst>
          </p:cNvPr>
          <p:cNvSpPr/>
          <p:nvPr/>
        </p:nvSpPr>
        <p:spPr>
          <a:xfrm>
            <a:off x="2377440" y="1143000"/>
            <a:ext cx="2025488" cy="2468880"/>
          </a:xfrm>
          <a:prstGeom prst="roundRect">
            <a:avLst>
              <a:gd name="adj" fmla="val 3075"/>
            </a:avLst>
          </a:prstGeom>
          <a:solidFill>
            <a:srgbClr val="FBF8F4"/>
          </a:solidFill>
          <a:ln w="9525">
            <a:solidFill>
              <a:srgbClr val="FBF8F4"/>
            </a:solidFill>
          </a:ln>
        </p:spPr>
        <p:txBody>
          <a:bodyPr wrap="square" lIns="63500" tIns="63500" rIns="76200" bIns="508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50" dirty="0">
                <a:solidFill>
                  <a:srgbClr val="2E7A55"/>
                </a:solidFill>
                <a:latin typeface="+mj-lt"/>
                <a:ea typeface="Arial" pitchFamily="34" charset="-122"/>
                <a:cs typeface="Arial" pitchFamily="34" charset="-120"/>
              </a:rPr>
              <a:t>RECOVER </a:t>
            </a:r>
            <a:r>
              <a:rPr lang="en-US" sz="900" b="1" kern="0" spc="150" dirty="0">
                <a:solidFill>
                  <a:srgbClr val="2E7A55"/>
                </a:solidFill>
                <a:latin typeface="+mj-lt"/>
                <a:ea typeface="Arial" pitchFamily="34" charset="-122"/>
                <a:cs typeface="Arial" pitchFamily="34" charset="-120"/>
              </a:rPr>
              <a:t>(CIRCULARITY)</a:t>
            </a:r>
            <a:endParaRPr lang="en-US" sz="900" dirty="0">
              <a:latin typeface="+mj-lt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endParaRPr lang="en-US" sz="1100" b="1" dirty="0">
              <a:solidFill>
                <a:srgbClr val="222734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2734"/>
                </a:solidFill>
                <a:latin typeface="+mj-lt"/>
                <a:ea typeface="Arial" pitchFamily="34" charset="-122"/>
                <a:cs typeface="Arial" pitchFamily="34" charset="-120"/>
              </a:rPr>
              <a:t>Get the most value from returned, retired and surplus assets</a:t>
            </a:r>
            <a:endParaRPr lang="en-US" sz="10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Predict the best next life: reuse, repair, redeploy, resell or responsible exit</a:t>
            </a:r>
            <a:endParaRPr lang="en-US" sz="9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Optimise value, cost, time and risk across the asset pool</a:t>
            </a:r>
            <a:endParaRPr lang="en-US" sz="9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Balance commercial, operational and sustainability goals</a:t>
            </a:r>
            <a:endParaRPr lang="en-US" sz="900" dirty="0">
              <a:latin typeface="+mj-lt"/>
            </a:endParaRPr>
          </a:p>
        </p:txBody>
      </p:sp>
      <p:pic>
        <p:nvPicPr>
          <p:cNvPr id="6" name="Image 0" descr="ill_recover.png">
            <a:extLst>
              <a:ext uri="{FF2B5EF4-FFF2-40B4-BE49-F238E27FC236}">
                <a16:creationId xmlns:a16="http://schemas.microsoft.com/office/drawing/2014/main" id="{5E2884BA-016E-5E9C-29B9-CE151BDD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60" y="1856711"/>
            <a:ext cx="914400" cy="1041458"/>
          </a:xfrm>
          <a:prstGeom prst="rect">
            <a:avLst/>
          </a:prstGeom>
        </p:spPr>
      </p:pic>
      <p:sp>
        <p:nvSpPr>
          <p:cNvPr id="7" name="Shape 6">
            <a:extLst>
              <a:ext uri="{FF2B5EF4-FFF2-40B4-BE49-F238E27FC236}">
                <a16:creationId xmlns:a16="http://schemas.microsoft.com/office/drawing/2014/main" id="{F247DCB9-1715-DBF0-95ED-A993D4AF8322}"/>
              </a:ext>
            </a:extLst>
          </p:cNvPr>
          <p:cNvSpPr/>
          <p:nvPr/>
        </p:nvSpPr>
        <p:spPr>
          <a:xfrm>
            <a:off x="5501640" y="1143000"/>
            <a:ext cx="3014472" cy="2468880"/>
          </a:xfrm>
          <a:prstGeom prst="roundRect">
            <a:avLst>
              <a:gd name="adj" fmla="val 2593"/>
            </a:avLst>
          </a:prstGeom>
          <a:solidFill>
            <a:srgbClr val="FBF8F4"/>
          </a:solidFill>
          <a:ln w="9525">
            <a:solidFill>
              <a:srgbClr val="DCD3C8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06E3AF8-40BF-8044-9E2B-8821A79A7D14}"/>
              </a:ext>
            </a:extLst>
          </p:cNvPr>
          <p:cNvSpPr/>
          <p:nvPr/>
        </p:nvSpPr>
        <p:spPr>
          <a:xfrm>
            <a:off x="5501640" y="1143000"/>
            <a:ext cx="2081784" cy="2468880"/>
          </a:xfrm>
          <a:prstGeom prst="roundRect">
            <a:avLst>
              <a:gd name="adj" fmla="val 3075"/>
            </a:avLst>
          </a:prstGeom>
          <a:solidFill>
            <a:srgbClr val="FBF8F4"/>
          </a:solidFill>
          <a:ln w="9525">
            <a:solidFill>
              <a:srgbClr val="FBF8F4"/>
            </a:solidFill>
          </a:ln>
        </p:spPr>
        <p:txBody>
          <a:bodyPr wrap="square" lIns="63500" tIns="63500" rIns="76200" bIns="508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50" dirty="0">
                <a:solidFill>
                  <a:srgbClr val="1F5FBF"/>
                </a:solidFill>
                <a:latin typeface="+mj-lt"/>
                <a:ea typeface="Arial" pitchFamily="34" charset="-122"/>
                <a:cs typeface="Arial" pitchFamily="34" charset="-120"/>
              </a:rPr>
              <a:t>RESOLVE</a:t>
            </a:r>
            <a:endParaRPr lang="en-US" sz="1000" dirty="0">
              <a:latin typeface="+mj-lt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endParaRPr lang="en-US" sz="1100" b="1" dirty="0">
              <a:solidFill>
                <a:srgbClr val="222734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2734"/>
                </a:solidFill>
                <a:latin typeface="+mj-lt"/>
                <a:ea typeface="Arial" pitchFamily="34" charset="-122"/>
                <a:cs typeface="Arial" pitchFamily="34" charset="-120"/>
              </a:rPr>
              <a:t>Turn disruptions and competing priorities into clear decisions</a:t>
            </a:r>
            <a:endParaRPr lang="en-US" sz="10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Anticipate supply, demand and network disruptions</a:t>
            </a:r>
            <a:endParaRPr lang="en-US" sz="9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Compare interventions and their consequences</a:t>
            </a:r>
            <a:endParaRPr lang="en-US" sz="9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Recommend and coordinate the best action across functions</a:t>
            </a:r>
            <a:endParaRPr lang="en-US" sz="900" dirty="0">
              <a:latin typeface="+mj-lt"/>
            </a:endParaRPr>
          </a:p>
        </p:txBody>
      </p:sp>
      <p:pic>
        <p:nvPicPr>
          <p:cNvPr id="9" name="Image 1" descr="ill_resolve.png">
            <a:extLst>
              <a:ext uri="{FF2B5EF4-FFF2-40B4-BE49-F238E27FC236}">
                <a16:creationId xmlns:a16="http://schemas.microsoft.com/office/drawing/2014/main" id="{F877C4B6-6973-2FBC-1E3B-F6C93C481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560" y="1845193"/>
            <a:ext cx="914400" cy="1064494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8FF4277-DD93-2A00-430B-A6C34F180558}"/>
              </a:ext>
            </a:extLst>
          </p:cNvPr>
          <p:cNvSpPr/>
          <p:nvPr/>
        </p:nvSpPr>
        <p:spPr>
          <a:xfrm>
            <a:off x="8625840" y="1143000"/>
            <a:ext cx="3014472" cy="2468880"/>
          </a:xfrm>
          <a:prstGeom prst="roundRect">
            <a:avLst>
              <a:gd name="adj" fmla="val 2593"/>
            </a:avLst>
          </a:prstGeom>
          <a:solidFill>
            <a:srgbClr val="FBF8F4"/>
          </a:solidFill>
          <a:ln w="9525">
            <a:solidFill>
              <a:srgbClr val="DCD3C8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16042C-A83D-55DF-EBF8-B65DF5D222C2}"/>
              </a:ext>
            </a:extLst>
          </p:cNvPr>
          <p:cNvSpPr/>
          <p:nvPr/>
        </p:nvSpPr>
        <p:spPr>
          <a:xfrm>
            <a:off x="8625840" y="1134035"/>
            <a:ext cx="2212490" cy="2468880"/>
          </a:xfrm>
          <a:prstGeom prst="roundRect">
            <a:avLst>
              <a:gd name="adj" fmla="val 3075"/>
            </a:avLst>
          </a:prstGeom>
          <a:solidFill>
            <a:srgbClr val="FBF8F4"/>
          </a:solidFill>
          <a:ln w="9525">
            <a:solidFill>
              <a:srgbClr val="FBF8F4"/>
            </a:solidFill>
          </a:ln>
        </p:spPr>
        <p:txBody>
          <a:bodyPr wrap="square" lIns="63500" tIns="63500" rIns="76200" bIns="508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50" dirty="0">
                <a:solidFill>
                  <a:srgbClr val="5E3A94"/>
                </a:solidFill>
                <a:latin typeface="+mj-lt"/>
                <a:ea typeface="Arial" pitchFamily="34" charset="-122"/>
                <a:cs typeface="Arial" pitchFamily="34" charset="-120"/>
              </a:rPr>
              <a:t>RECONCILE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800" b="1" kern="0" spc="150" dirty="0">
                <a:solidFill>
                  <a:srgbClr val="5E3A94"/>
                </a:solidFill>
                <a:latin typeface="+mj-lt"/>
                <a:ea typeface="Arial" pitchFamily="34" charset="-122"/>
                <a:cs typeface="Arial" pitchFamily="34" charset="-120"/>
              </a:rPr>
              <a:t>(</a:t>
            </a:r>
            <a:r>
              <a:rPr lang="en-US" sz="900" b="1" kern="0" spc="150" dirty="0">
                <a:solidFill>
                  <a:srgbClr val="5E3A94"/>
                </a:solidFill>
                <a:latin typeface="+mj-lt"/>
                <a:ea typeface="Arial" pitchFamily="34" charset="-122"/>
                <a:cs typeface="Arial" pitchFamily="34" charset="-120"/>
              </a:rPr>
              <a:t>N-WAY INVOICING)</a:t>
            </a:r>
            <a:endParaRPr lang="en-US" sz="900" dirty="0">
              <a:latin typeface="+mj-lt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endParaRPr lang="en-US" sz="1100" b="1" dirty="0">
              <a:solidFill>
                <a:srgbClr val="222734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22734"/>
                </a:solidFill>
                <a:latin typeface="+mj-lt"/>
                <a:ea typeface="Arial" pitchFamily="34" charset="-122"/>
                <a:cs typeface="Arial" pitchFamily="34" charset="-120"/>
              </a:rPr>
              <a:t>Validate charges before invoicing and prevent disputes</a:t>
            </a:r>
            <a:endParaRPr lang="en-US" sz="10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N-way matching across contracts, rate cards, receipts, service and customs records</a:t>
            </a:r>
            <a:endParaRPr lang="en-US" sz="9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Generate a proforma with a clear rationale for confirmation</a:t>
            </a:r>
            <a:endParaRPr lang="en-US" sz="900" dirty="0">
              <a:latin typeface="+mj-lt"/>
            </a:endParaRPr>
          </a:p>
          <a:p>
            <a:pPr marL="152400" indent="-152400" algn="just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Prevent discrepancies across customer, supplier and partner invoicing</a:t>
            </a:r>
            <a:endParaRPr lang="en-US" sz="900" dirty="0">
              <a:latin typeface="+mj-lt"/>
            </a:endParaRPr>
          </a:p>
        </p:txBody>
      </p:sp>
      <p:pic>
        <p:nvPicPr>
          <p:cNvPr id="12" name="Image 2" descr="ill_reconcile.png">
            <a:extLst>
              <a:ext uri="{FF2B5EF4-FFF2-40B4-BE49-F238E27FC236}">
                <a16:creationId xmlns:a16="http://schemas.microsoft.com/office/drawing/2014/main" id="{610B6EFB-0846-BE72-878F-10803D54F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480" y="1882099"/>
            <a:ext cx="914400" cy="990683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F2265DF8-EDA2-BAFD-E54A-EDF3C024CF0F}"/>
              </a:ext>
            </a:extLst>
          </p:cNvPr>
          <p:cNvSpPr/>
          <p:nvPr/>
        </p:nvSpPr>
        <p:spPr>
          <a:xfrm>
            <a:off x="548640" y="3685032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222734"/>
          </a:solidFill>
          <a:ln>
            <a:solidFill>
              <a:srgbClr val="222734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Enterprise signals and context</a:t>
            </a:r>
            <a:endParaRPr lang="en-US" sz="1100" dirty="0">
              <a:latin typeface="+mj-lt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068F661-B516-28DC-ACE8-599526E9EB08}"/>
              </a:ext>
            </a:extLst>
          </p:cNvPr>
          <p:cNvSpPr/>
          <p:nvPr/>
        </p:nvSpPr>
        <p:spPr>
          <a:xfrm>
            <a:off x="2377440" y="3685032"/>
            <a:ext cx="9262872" cy="502920"/>
          </a:xfrm>
          <a:prstGeom prst="roundRect">
            <a:avLst>
              <a:gd name="adj" fmla="val 12727"/>
            </a:avLst>
          </a:prstGeom>
          <a:solidFill>
            <a:srgbClr val="FBF8F4"/>
          </a:solidFill>
          <a:ln w="9525">
            <a:solidFill>
              <a:srgbClr val="DCD3C8"/>
            </a:solidFill>
          </a:ln>
        </p:spPr>
        <p:txBody>
          <a:bodyPr wrap="square" lIns="63500" tIns="63500" rIns="76200" bIns="50800" rtlCol="0" anchor="ctr"/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Products and portfolio |  Demand and customers | Supply and suppliers | Operations and assets | Inventory and network | Financial and economic |· Market and external | Sustainability and lifecycle | Risk and disruption | Real-time and historical data | Business context and external signals</a:t>
            </a:r>
            <a:endParaRPr lang="en-US" sz="1000" dirty="0">
              <a:latin typeface="+mj-lt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74957E1-05EF-29D3-79B4-2322728EDB39}"/>
              </a:ext>
            </a:extLst>
          </p:cNvPr>
          <p:cNvSpPr/>
          <p:nvPr/>
        </p:nvSpPr>
        <p:spPr>
          <a:xfrm>
            <a:off x="548640" y="4261104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222734"/>
          </a:solidFill>
          <a:ln>
            <a:solidFill>
              <a:srgbClr val="222734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Decision intelligence engine</a:t>
            </a:r>
            <a:endParaRPr lang="en-US" sz="1100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b="1" dirty="0">
                <a:solidFill>
                  <a:srgbClr val="C9CBD3"/>
                </a:solidFill>
                <a:latin typeface="+mj-lt"/>
                <a:ea typeface="Arial" pitchFamily="34" charset="-122"/>
                <a:cs typeface="Arial" pitchFamily="34" charset="-120"/>
              </a:rPr>
              <a:t>From insight to action</a:t>
            </a:r>
            <a:endParaRPr lang="en-US" sz="1100" dirty="0">
              <a:latin typeface="+mj-lt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E9C4D09-D727-DD1A-3316-D6C561E0FFF6}"/>
              </a:ext>
            </a:extLst>
          </p:cNvPr>
          <p:cNvSpPr/>
          <p:nvPr/>
        </p:nvSpPr>
        <p:spPr>
          <a:xfrm>
            <a:off x="2377440" y="4261104"/>
            <a:ext cx="2109978" cy="777240"/>
          </a:xfrm>
          <a:prstGeom prst="roundRect">
            <a:avLst>
              <a:gd name="adj" fmla="val 8235"/>
            </a:avLst>
          </a:prstGeom>
          <a:solidFill>
            <a:srgbClr val="222734"/>
          </a:solidFill>
          <a:ln w="9525">
            <a:solidFill>
              <a:srgbClr val="222734"/>
            </a:solidFill>
          </a:ln>
        </p:spPr>
        <p:txBody>
          <a:bodyPr wrap="square" lIns="63500" tIns="63500" rIns="76200" bIns="50800" rtlCol="0" anchor="t"/>
          <a:lstStyle/>
          <a:p>
            <a:pPr marL="0" indent="0" algn="ctr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01  Anticipate</a:t>
            </a:r>
            <a:endParaRPr lang="en-US" sz="1250" dirty="0">
              <a:latin typeface="+mj-lt"/>
            </a:endParaRPr>
          </a:p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Sense change, risk and opportunity early</a:t>
            </a:r>
            <a:endParaRPr lang="en-US" sz="1250" dirty="0">
              <a:latin typeface="+mj-lt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7A0314E-BC1F-9EF2-6D74-2DA25701ADA4}"/>
              </a:ext>
            </a:extLst>
          </p:cNvPr>
          <p:cNvSpPr/>
          <p:nvPr/>
        </p:nvSpPr>
        <p:spPr>
          <a:xfrm>
            <a:off x="4523994" y="4535424"/>
            <a:ext cx="201168" cy="219456"/>
          </a:xfrm>
          <a:prstGeom prst="rightArrow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  <p:txBody>
          <a:bodyPr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DCF5901-1F25-7416-3AF5-31E021D82AB4}"/>
              </a:ext>
            </a:extLst>
          </p:cNvPr>
          <p:cNvSpPr/>
          <p:nvPr/>
        </p:nvSpPr>
        <p:spPr>
          <a:xfrm>
            <a:off x="4761738" y="4261104"/>
            <a:ext cx="2109978" cy="777240"/>
          </a:xfrm>
          <a:prstGeom prst="roundRect">
            <a:avLst>
              <a:gd name="adj" fmla="val 8235"/>
            </a:avLst>
          </a:prstGeom>
          <a:solidFill>
            <a:srgbClr val="222734"/>
          </a:solidFill>
          <a:ln w="9525">
            <a:solidFill>
              <a:srgbClr val="222734"/>
            </a:solidFill>
          </a:ln>
        </p:spPr>
        <p:txBody>
          <a:bodyPr wrap="square" lIns="63500" tIns="63500" rIns="76200" bIns="50800" rtlCol="0" anchor="t"/>
          <a:lstStyle/>
          <a:p>
            <a:pPr marL="0" indent="0" algn="ctr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02  Evaluate</a:t>
            </a:r>
            <a:endParaRPr lang="en-US" sz="1250" dirty="0">
              <a:latin typeface="+mj-lt"/>
            </a:endParaRPr>
          </a:p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Model consequences and compare alternatives</a:t>
            </a:r>
            <a:endParaRPr lang="en-US" sz="1250" dirty="0">
              <a:latin typeface="+mj-lt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A8A73A5-3F19-6F6F-AD73-2041BC2C52F0}"/>
              </a:ext>
            </a:extLst>
          </p:cNvPr>
          <p:cNvSpPr/>
          <p:nvPr/>
        </p:nvSpPr>
        <p:spPr>
          <a:xfrm>
            <a:off x="6908292" y="4535424"/>
            <a:ext cx="201168" cy="219456"/>
          </a:xfrm>
          <a:prstGeom prst="rightArrow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  <p:txBody>
          <a:bodyPr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B2D0F45-DDE5-6C75-BE4E-E916AFE5F17F}"/>
              </a:ext>
            </a:extLst>
          </p:cNvPr>
          <p:cNvSpPr/>
          <p:nvPr/>
        </p:nvSpPr>
        <p:spPr>
          <a:xfrm>
            <a:off x="7146036" y="4261104"/>
            <a:ext cx="2109978" cy="777240"/>
          </a:xfrm>
          <a:prstGeom prst="roundRect">
            <a:avLst>
              <a:gd name="adj" fmla="val 8235"/>
            </a:avLst>
          </a:prstGeom>
          <a:solidFill>
            <a:srgbClr val="222734"/>
          </a:solidFill>
          <a:ln w="9525">
            <a:solidFill>
              <a:srgbClr val="222734"/>
            </a:solidFill>
          </a:ln>
        </p:spPr>
        <p:txBody>
          <a:bodyPr wrap="square" lIns="63500" tIns="63500" rIns="76200" bIns="50800" rtlCol="0" anchor="t"/>
          <a:lstStyle/>
          <a:p>
            <a:pPr marL="0" indent="0" algn="ctr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03  Decide</a:t>
            </a:r>
            <a:endParaRPr lang="en-US" sz="1250" dirty="0">
              <a:latin typeface="+mj-lt"/>
            </a:endParaRPr>
          </a:p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Recommend the best action in business context</a:t>
            </a:r>
            <a:endParaRPr lang="en-US" sz="1250" dirty="0">
              <a:latin typeface="+mj-lt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4DB6835-884D-7F8B-DFF8-0B0DDB163905}"/>
              </a:ext>
            </a:extLst>
          </p:cNvPr>
          <p:cNvSpPr/>
          <p:nvPr/>
        </p:nvSpPr>
        <p:spPr>
          <a:xfrm>
            <a:off x="9292590" y="4535424"/>
            <a:ext cx="201168" cy="219456"/>
          </a:xfrm>
          <a:prstGeom prst="rightArrow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  <p:txBody>
          <a:bodyPr/>
          <a:lstStyle/>
          <a:p>
            <a:pPr algn="ctr"/>
            <a:endParaRPr lang="en-IN">
              <a:latin typeface="+mj-lt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AAAF3A5-826A-B24A-4DB9-9E4057525168}"/>
              </a:ext>
            </a:extLst>
          </p:cNvPr>
          <p:cNvSpPr/>
          <p:nvPr/>
        </p:nvSpPr>
        <p:spPr>
          <a:xfrm>
            <a:off x="9530334" y="4261104"/>
            <a:ext cx="2109978" cy="777240"/>
          </a:xfrm>
          <a:prstGeom prst="roundRect">
            <a:avLst>
              <a:gd name="adj" fmla="val 8235"/>
            </a:avLst>
          </a:prstGeom>
          <a:solidFill>
            <a:schemeClr val="bg2">
              <a:lumMod val="50000"/>
            </a:schemeClr>
          </a:solidFill>
          <a:ln w="9525">
            <a:solidFill>
              <a:srgbClr val="F26B43"/>
            </a:solidFill>
          </a:ln>
        </p:spPr>
        <p:txBody>
          <a:bodyPr wrap="square" lIns="63500" tIns="63500" rIns="76200" bIns="50800" rtlCol="0" anchor="t"/>
          <a:lstStyle/>
          <a:p>
            <a:pPr marL="0" indent="0" algn="ctr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04  Govern</a:t>
            </a:r>
            <a:endParaRPr lang="en-US" sz="125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Run execution with control and transparency</a:t>
            </a:r>
            <a:endParaRPr lang="en-US" sz="12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557122E-0686-8A5D-25C9-EF79A0AA840E}"/>
              </a:ext>
            </a:extLst>
          </p:cNvPr>
          <p:cNvSpPr/>
          <p:nvPr/>
        </p:nvSpPr>
        <p:spPr>
          <a:xfrm>
            <a:off x="548640" y="5111496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222734"/>
          </a:solidFill>
          <a:ln>
            <a:solidFill>
              <a:srgbClr val="222734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Enabling foundations</a:t>
            </a:r>
            <a:endParaRPr lang="en-US" sz="1100" dirty="0">
              <a:latin typeface="+mj-lt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58ECDBF-F327-FF7C-72BB-3786E3C74620}"/>
              </a:ext>
            </a:extLst>
          </p:cNvPr>
          <p:cNvSpPr/>
          <p:nvPr/>
        </p:nvSpPr>
        <p:spPr>
          <a:xfrm>
            <a:off x="2377440" y="5111496"/>
            <a:ext cx="9262872" cy="384048"/>
          </a:xfrm>
          <a:prstGeom prst="roundRect">
            <a:avLst>
              <a:gd name="adj" fmla="val 16667"/>
            </a:avLst>
          </a:prstGeom>
          <a:solidFill>
            <a:srgbClr val="FBF8F4"/>
          </a:solidFill>
          <a:ln w="9525">
            <a:solidFill>
              <a:srgbClr val="DCD3C8"/>
            </a:solidFill>
          </a:ln>
        </p:spPr>
        <p:txBody>
          <a:bodyPr wrap="square" lIns="63500" tIns="63500" rIns="76200" bIns="50800" rtlCol="0" anchor="ctr"/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Data integration and management | AI/ML models and optimization | Business rules and constraints | Domain and industry knowledge | Security, risk and compliance | People, process and governance</a:t>
            </a:r>
            <a:endParaRPr lang="en-US" sz="1050" dirty="0">
              <a:latin typeface="+mj-lt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649710C-5D44-DD44-0068-E9A4078E68BA}"/>
              </a:ext>
            </a:extLst>
          </p:cNvPr>
          <p:cNvSpPr/>
          <p:nvPr/>
        </p:nvSpPr>
        <p:spPr>
          <a:xfrm>
            <a:off x="548640" y="5568696"/>
            <a:ext cx="1691640" cy="713232"/>
          </a:xfrm>
          <a:prstGeom prst="roundRect">
            <a:avLst>
              <a:gd name="adj" fmla="val 7692"/>
            </a:avLst>
          </a:prstGeom>
          <a:solidFill>
            <a:srgbClr val="222734"/>
          </a:solidFill>
          <a:ln>
            <a:solidFill>
              <a:srgbClr val="222734"/>
            </a:solidFill>
          </a:ln>
        </p:spPr>
        <p:txBody>
          <a:bodyPr wrap="square" lIns="101600" tIns="50800" rIns="762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Execution, outcomes and learning</a:t>
            </a:r>
            <a:endParaRPr lang="en-US" sz="1100" dirty="0">
              <a:latin typeface="+mj-lt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CEFE951-685D-9645-5AE7-9A6B9E217490}"/>
              </a:ext>
            </a:extLst>
          </p:cNvPr>
          <p:cNvSpPr/>
          <p:nvPr/>
        </p:nvSpPr>
        <p:spPr>
          <a:xfrm>
            <a:off x="2377440" y="5568696"/>
            <a:ext cx="2904744" cy="713232"/>
          </a:xfrm>
          <a:prstGeom prst="roundRect">
            <a:avLst>
              <a:gd name="adj" fmla="val 8974"/>
            </a:avLst>
          </a:prstGeom>
          <a:solidFill>
            <a:srgbClr val="FBF8F4"/>
          </a:solidFill>
          <a:ln w="9525">
            <a:solidFill>
              <a:srgbClr val="DCD3C8"/>
            </a:solidFill>
          </a:ln>
        </p:spPr>
        <p:txBody>
          <a:bodyPr wrap="square" lIns="63500" tIns="63500" rIns="76200" bIns="508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50" dirty="0">
                <a:solidFill>
                  <a:srgbClr val="B8451F"/>
                </a:solidFill>
                <a:latin typeface="+mj-lt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>
              <a:latin typeface="+mj-lt"/>
            </a:endParaRPr>
          </a:p>
          <a:p>
            <a:pPr marL="171450" indent="-1714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Recommend, execute and orchestrate through people, processes, applications or autonomous operations</a:t>
            </a:r>
            <a:endParaRPr lang="en-US" sz="1000" dirty="0">
              <a:latin typeface="+mj-lt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EAA4F9A-ED40-9ED7-2F79-A2AA78490436}"/>
              </a:ext>
            </a:extLst>
          </p:cNvPr>
          <p:cNvSpPr/>
          <p:nvPr/>
        </p:nvSpPr>
        <p:spPr>
          <a:xfrm>
            <a:off x="5318760" y="5815584"/>
            <a:ext cx="201168" cy="219456"/>
          </a:xfrm>
          <a:prstGeom prst="rightArrow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B8E097E-A402-8685-8BAC-74087483D3B8}"/>
              </a:ext>
            </a:extLst>
          </p:cNvPr>
          <p:cNvSpPr/>
          <p:nvPr/>
        </p:nvSpPr>
        <p:spPr>
          <a:xfrm>
            <a:off x="5556504" y="5568696"/>
            <a:ext cx="2904744" cy="713232"/>
          </a:xfrm>
          <a:prstGeom prst="roundRect">
            <a:avLst>
              <a:gd name="adj" fmla="val 8974"/>
            </a:avLst>
          </a:prstGeom>
          <a:solidFill>
            <a:srgbClr val="FBF8F4"/>
          </a:solidFill>
          <a:ln w="9525">
            <a:solidFill>
              <a:srgbClr val="DCD3C8"/>
            </a:solidFill>
          </a:ln>
        </p:spPr>
        <p:txBody>
          <a:bodyPr wrap="square" lIns="63500" tIns="63500" rIns="76200" bIns="508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50" dirty="0">
                <a:solidFill>
                  <a:srgbClr val="B8451F"/>
                </a:solidFill>
                <a:latin typeface="+mj-lt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>
              <a:latin typeface="+mj-lt"/>
            </a:endParaRPr>
          </a:p>
          <a:p>
            <a:pPr marL="171450" indent="-1714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Measurable business impact: operational, financial, customer, product, sustainability and risk</a:t>
            </a:r>
            <a:endParaRPr lang="en-US" sz="1000" dirty="0">
              <a:latin typeface="+mj-lt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283BB29-AF01-5C3D-ACE6-F6B1AB817B20}"/>
              </a:ext>
            </a:extLst>
          </p:cNvPr>
          <p:cNvSpPr/>
          <p:nvPr/>
        </p:nvSpPr>
        <p:spPr>
          <a:xfrm>
            <a:off x="8497824" y="5815584"/>
            <a:ext cx="201168" cy="219456"/>
          </a:xfrm>
          <a:prstGeom prst="leftArrow">
            <a:avLst/>
          </a:prstGeom>
          <a:solidFill>
            <a:srgbClr val="F26B43"/>
          </a:solidFill>
          <a:ln w="12700">
            <a:solidFill>
              <a:srgbClr val="F26B43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F4ECD8A-55D3-52A5-057C-D9B847DDE652}"/>
              </a:ext>
            </a:extLst>
          </p:cNvPr>
          <p:cNvSpPr/>
          <p:nvPr/>
        </p:nvSpPr>
        <p:spPr>
          <a:xfrm>
            <a:off x="8735568" y="5568696"/>
            <a:ext cx="2904744" cy="713232"/>
          </a:xfrm>
          <a:prstGeom prst="roundRect">
            <a:avLst>
              <a:gd name="adj" fmla="val 8974"/>
            </a:avLst>
          </a:prstGeom>
          <a:solidFill>
            <a:srgbClr val="FBF8F4"/>
          </a:solidFill>
          <a:ln w="9525">
            <a:solidFill>
              <a:srgbClr val="DCD3C8"/>
            </a:solidFill>
          </a:ln>
        </p:spPr>
        <p:txBody>
          <a:bodyPr wrap="square" lIns="63500" tIns="63500" rIns="76200" bIns="5080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150" dirty="0">
                <a:solidFill>
                  <a:srgbClr val="B8451F"/>
                </a:solidFill>
                <a:latin typeface="+mj-lt"/>
                <a:ea typeface="Arial" pitchFamily="34" charset="-122"/>
                <a:cs typeface="Arial" pitchFamily="34" charset="-120"/>
              </a:rPr>
              <a:t>LEARN</a:t>
            </a:r>
            <a:endParaRPr lang="en-US" sz="1000" dirty="0">
              <a:latin typeface="+mj-lt"/>
            </a:endParaRPr>
          </a:p>
          <a:p>
            <a:pPr marL="171450" indent="-1714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4A4D57"/>
                </a:solidFill>
                <a:latin typeface="+mj-lt"/>
                <a:ea typeface="Arial" pitchFamily="34" charset="-122"/>
                <a:cs typeface="Arial" pitchFamily="34" charset="-120"/>
              </a:rPr>
              <a:t>Actual outcomes become new context for the next cycle, so value compounds with every decision</a:t>
            </a:r>
            <a:endParaRPr lang="en-US" sz="1000" dirty="0">
              <a:latin typeface="+mj-lt"/>
            </a:endParaRPr>
          </a:p>
        </p:txBody>
      </p:sp>
      <p:sp>
        <p:nvSpPr>
          <p:cNvPr id="31" name="Slide Number Placeholder 0">
            <a:extLst>
              <a:ext uri="{FF2B5EF4-FFF2-40B4-BE49-F238E27FC236}">
                <a16:creationId xmlns:a16="http://schemas.microsoft.com/office/drawing/2014/main" id="{7015907E-E86B-DE63-DD3B-DC16B053DE34}"/>
              </a:ext>
            </a:extLst>
          </p:cNvPr>
          <p:cNvSpPr txBox="1">
            <a:spLocks/>
          </p:cNvSpPr>
          <p:nvPr/>
        </p:nvSpPr>
        <p:spPr>
          <a:xfrm>
            <a:off x="11155680" y="6336792"/>
            <a:ext cx="484632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7A7C85"/>
                </a:solidFill>
                <a:latin typeface="Arial"/>
                <a:ea typeface="Arial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>
                <a:latin typeface="+mj-lt"/>
              </a:rPr>
              <a:pPr algn="r"/>
              <a:t>2</a:t>
            </a:fld>
            <a:endParaRPr lang="en-US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4C8261-3EE5-CFB4-E268-664B6EF1C62D}"/>
              </a:ext>
            </a:extLst>
          </p:cNvPr>
          <p:cNvSpPr txBox="1"/>
          <p:nvPr/>
        </p:nvSpPr>
        <p:spPr>
          <a:xfrm>
            <a:off x="623888" y="625658"/>
            <a:ext cx="1085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Domain-focused modules, powered by one shared layer for intelligence, connectivity and execution</a:t>
            </a:r>
          </a:p>
        </p:txBody>
      </p:sp>
    </p:spTree>
    <p:extLst>
      <p:ext uri="{BB962C8B-B14F-4D97-AF65-F5344CB8AC3E}">
        <p14:creationId xmlns:p14="http://schemas.microsoft.com/office/powerpoint/2010/main" val="56881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6851C3-1185-B15C-5D91-386C6B4EC9F6}"/>
              </a:ext>
            </a:extLst>
          </p:cNvPr>
          <p:cNvSpPr/>
          <p:nvPr/>
        </p:nvSpPr>
        <p:spPr>
          <a:xfrm>
            <a:off x="623888" y="864983"/>
            <a:ext cx="2165032" cy="396889"/>
          </a:xfrm>
          <a:prstGeom prst="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r>
              <a:rPr sz="900" b="1" dirty="0">
                <a:solidFill>
                  <a:srgbClr val="FFFFFF"/>
                </a:solidFill>
                <a:latin typeface="+mj-lt"/>
              </a:rPr>
              <a:t>Application (</a:t>
            </a:r>
            <a:r>
              <a:rPr lang="en-IN" sz="900" b="1" dirty="0">
                <a:solidFill>
                  <a:srgbClr val="FFFFFF"/>
                </a:solidFill>
                <a:latin typeface="+mj-lt"/>
              </a:rPr>
              <a:t>Typical Applications Involved)</a:t>
            </a:r>
            <a:endParaRPr sz="90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" name="Pentagon 6">
            <a:extLst>
              <a:ext uri="{FF2B5EF4-FFF2-40B4-BE49-F238E27FC236}">
                <a16:creationId xmlns:a16="http://schemas.microsoft.com/office/drawing/2014/main" id="{7CA0F8F9-E305-95E4-2918-291787923E9D}"/>
              </a:ext>
            </a:extLst>
          </p:cNvPr>
          <p:cNvSpPr/>
          <p:nvPr/>
        </p:nvSpPr>
        <p:spPr>
          <a:xfrm>
            <a:off x="2834640" y="896112"/>
            <a:ext cx="1463040" cy="365760"/>
          </a:xfrm>
          <a:prstGeom prst="homePlate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r>
              <a:rPr sz="900" b="1">
                <a:solidFill>
                  <a:srgbClr val="FFFFFF"/>
                </a:solidFill>
                <a:latin typeface="+mj-lt"/>
              </a:rPr>
              <a:t>1  Lease ends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FCF6AB7B-A3F8-4B41-E263-ED0E980B1BC9}"/>
              </a:ext>
            </a:extLst>
          </p:cNvPr>
          <p:cNvSpPr/>
          <p:nvPr/>
        </p:nvSpPr>
        <p:spPr>
          <a:xfrm>
            <a:off x="4325112" y="896112"/>
            <a:ext cx="1463040" cy="365760"/>
          </a:xfrm>
          <a:prstGeom prst="homePlate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r>
              <a:rPr sz="900" b="1">
                <a:solidFill>
                  <a:srgbClr val="FFFFFF"/>
                </a:solidFill>
                <a:latin typeface="+mj-lt"/>
              </a:rPr>
              <a:t>2  Return authorised</a:t>
            </a:r>
          </a:p>
        </p:txBody>
      </p:sp>
      <p:sp>
        <p:nvSpPr>
          <p:cNvPr id="10" name="Pentagon 8">
            <a:extLst>
              <a:ext uri="{FF2B5EF4-FFF2-40B4-BE49-F238E27FC236}">
                <a16:creationId xmlns:a16="http://schemas.microsoft.com/office/drawing/2014/main" id="{EEBF9FEE-C2EE-C1E8-2E75-76BFE916A29A}"/>
              </a:ext>
            </a:extLst>
          </p:cNvPr>
          <p:cNvSpPr/>
          <p:nvPr/>
        </p:nvSpPr>
        <p:spPr>
          <a:xfrm>
            <a:off x="5815584" y="896112"/>
            <a:ext cx="1463040" cy="365760"/>
          </a:xfrm>
          <a:prstGeom prst="homePlate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r>
              <a:rPr sz="900" b="1">
                <a:solidFill>
                  <a:srgbClr val="FFFFFF"/>
                </a:solidFill>
                <a:latin typeface="+mj-lt"/>
              </a:rPr>
              <a:t>3  Pickup and transit</a:t>
            </a:r>
          </a:p>
        </p:txBody>
      </p:sp>
      <p:sp>
        <p:nvSpPr>
          <p:cNvPr id="12" name="Pentagon 9">
            <a:extLst>
              <a:ext uri="{FF2B5EF4-FFF2-40B4-BE49-F238E27FC236}">
                <a16:creationId xmlns:a16="http://schemas.microsoft.com/office/drawing/2014/main" id="{1DC7C68B-B40F-B04A-9CA8-D642587E3FE5}"/>
              </a:ext>
            </a:extLst>
          </p:cNvPr>
          <p:cNvSpPr/>
          <p:nvPr/>
        </p:nvSpPr>
        <p:spPr>
          <a:xfrm>
            <a:off x="7306056" y="896112"/>
            <a:ext cx="1463040" cy="365760"/>
          </a:xfrm>
          <a:prstGeom prst="homePlate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r>
              <a:rPr sz="900" b="1">
                <a:solidFill>
                  <a:srgbClr val="FFFFFF"/>
                </a:solidFill>
                <a:latin typeface="+mj-lt"/>
              </a:rPr>
              <a:t>4  Received</a:t>
            </a:r>
          </a:p>
        </p:txBody>
      </p:sp>
      <p:sp>
        <p:nvSpPr>
          <p:cNvPr id="14" name="Pentagon 10">
            <a:extLst>
              <a:ext uri="{FF2B5EF4-FFF2-40B4-BE49-F238E27FC236}">
                <a16:creationId xmlns:a16="http://schemas.microsoft.com/office/drawing/2014/main" id="{464720E4-730D-BC96-9BE3-B03B2A379B13}"/>
              </a:ext>
            </a:extLst>
          </p:cNvPr>
          <p:cNvSpPr/>
          <p:nvPr/>
        </p:nvSpPr>
        <p:spPr>
          <a:xfrm>
            <a:off x="8796528" y="896112"/>
            <a:ext cx="1463040" cy="365760"/>
          </a:xfrm>
          <a:prstGeom prst="homePlate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r>
              <a:rPr sz="900" b="1">
                <a:solidFill>
                  <a:srgbClr val="FFFFFF"/>
                </a:solidFill>
                <a:latin typeface="+mj-lt"/>
              </a:rPr>
              <a:t>5  Inspect and grade</a:t>
            </a:r>
          </a:p>
        </p:txBody>
      </p:sp>
      <p:sp>
        <p:nvSpPr>
          <p:cNvPr id="16" name="Pentagon 11">
            <a:extLst>
              <a:ext uri="{FF2B5EF4-FFF2-40B4-BE49-F238E27FC236}">
                <a16:creationId xmlns:a16="http://schemas.microsoft.com/office/drawing/2014/main" id="{1DB7D529-FCEB-41F4-7E17-6B73E08A5419}"/>
              </a:ext>
            </a:extLst>
          </p:cNvPr>
          <p:cNvSpPr/>
          <p:nvPr/>
        </p:nvSpPr>
        <p:spPr>
          <a:xfrm>
            <a:off x="10287000" y="896112"/>
            <a:ext cx="1463040" cy="365760"/>
          </a:xfrm>
          <a:prstGeom prst="homePlate">
            <a:avLst/>
          </a:prstGeom>
          <a:solidFill>
            <a:srgbClr val="C86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r>
              <a:rPr sz="900" b="1">
                <a:solidFill>
                  <a:srgbClr val="FFFFFF"/>
                </a:solidFill>
                <a:latin typeface="+mj-lt"/>
              </a:rPr>
              <a:t>6  Circularity decides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91EFAE-F68B-EE83-7BE9-C143DB7261B2}"/>
              </a:ext>
            </a:extLst>
          </p:cNvPr>
          <p:cNvSpPr/>
          <p:nvPr/>
        </p:nvSpPr>
        <p:spPr>
          <a:xfrm>
            <a:off x="623888" y="1280160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 dirty="0">
                <a:solidFill>
                  <a:srgbClr val="1E2A33"/>
                </a:solidFill>
                <a:latin typeface="+mj-lt"/>
              </a:rPr>
              <a:t>Customer portal and asset tracking (IoT tags, customer app)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C739A8-0D69-8F46-9610-7EBA8F887683}"/>
              </a:ext>
            </a:extLst>
          </p:cNvPr>
          <p:cNvSpPr/>
          <p:nvPr/>
        </p:nvSpPr>
        <p:spPr>
          <a:xfrm>
            <a:off x="2834640" y="1298448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Serial, model, site and usage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A27CD9-15A3-5BE1-1EDD-C69FFADE8AF6}"/>
              </a:ext>
            </a:extLst>
          </p:cNvPr>
          <p:cNvSpPr/>
          <p:nvPr/>
        </p:nvSpPr>
        <p:spPr>
          <a:xfrm>
            <a:off x="4325112" y="129844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DDC3A1-99C1-20AF-C961-9FFE59A9B70A}"/>
              </a:ext>
            </a:extLst>
          </p:cNvPr>
          <p:cNvSpPr/>
          <p:nvPr/>
        </p:nvSpPr>
        <p:spPr>
          <a:xfrm>
            <a:off x="5815584" y="129844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6DC1BB-0ED4-79CC-7AA2-1B6F25D4531A}"/>
              </a:ext>
            </a:extLst>
          </p:cNvPr>
          <p:cNvSpPr/>
          <p:nvPr/>
        </p:nvSpPr>
        <p:spPr>
          <a:xfrm>
            <a:off x="7306056" y="129844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F98F30-2E61-A1D7-A04A-2640F05CD716}"/>
              </a:ext>
            </a:extLst>
          </p:cNvPr>
          <p:cNvSpPr/>
          <p:nvPr/>
        </p:nvSpPr>
        <p:spPr>
          <a:xfrm>
            <a:off x="8796528" y="129844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2FBFB7-8F3C-956D-DF57-3107623F2134}"/>
              </a:ext>
            </a:extLst>
          </p:cNvPr>
          <p:cNvSpPr/>
          <p:nvPr/>
        </p:nvSpPr>
        <p:spPr>
          <a:xfrm>
            <a:off x="10287000" y="129844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CA0988-AAEF-CB35-6BA7-78A4EDE41A09}"/>
              </a:ext>
            </a:extLst>
          </p:cNvPr>
          <p:cNvSpPr/>
          <p:nvPr/>
        </p:nvSpPr>
        <p:spPr>
          <a:xfrm>
            <a:off x="623888" y="1513331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CRM (Salesforce, Dynamics 365, SAP Sales Cloud)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2ED559-C944-3DF0-F171-7863727C2E91}"/>
              </a:ext>
            </a:extLst>
          </p:cNvPr>
          <p:cNvSpPr/>
          <p:nvPr/>
        </p:nvSpPr>
        <p:spPr>
          <a:xfrm>
            <a:off x="2834640" y="1531619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Customer upgrading to new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C0927-6164-5C44-9AC2-2A9DA417A70E}"/>
              </a:ext>
            </a:extLst>
          </p:cNvPr>
          <p:cNvSpPr/>
          <p:nvPr/>
        </p:nvSpPr>
        <p:spPr>
          <a:xfrm>
            <a:off x="4325112" y="153161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DE8EC0-1437-2010-C514-8C9592D8BB0F}"/>
              </a:ext>
            </a:extLst>
          </p:cNvPr>
          <p:cNvSpPr/>
          <p:nvPr/>
        </p:nvSpPr>
        <p:spPr>
          <a:xfrm>
            <a:off x="5815584" y="153161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E016E6-243E-F6AD-B059-B9503AF2DFBE}"/>
              </a:ext>
            </a:extLst>
          </p:cNvPr>
          <p:cNvSpPr/>
          <p:nvPr/>
        </p:nvSpPr>
        <p:spPr>
          <a:xfrm>
            <a:off x="7306056" y="153161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5817C3-92E1-6E83-DFB4-F2ECCFD29B9F}"/>
              </a:ext>
            </a:extLst>
          </p:cNvPr>
          <p:cNvSpPr/>
          <p:nvPr/>
        </p:nvSpPr>
        <p:spPr>
          <a:xfrm>
            <a:off x="8796528" y="153161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8FE1D5-77F8-7B43-C657-FB14EFD3E8AA}"/>
              </a:ext>
            </a:extLst>
          </p:cNvPr>
          <p:cNvSpPr/>
          <p:nvPr/>
        </p:nvSpPr>
        <p:spPr>
          <a:xfrm>
            <a:off x="10287000" y="1531619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New orders for the same model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97A49C-A97B-A2E5-E162-05EA86C78602}"/>
              </a:ext>
            </a:extLst>
          </p:cNvPr>
          <p:cNvSpPr/>
          <p:nvPr/>
        </p:nvSpPr>
        <p:spPr>
          <a:xfrm>
            <a:off x="623888" y="1746504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Lease and contract management (ERP sales and service, lease platforms)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548BA5-7AA6-517F-CE25-0AFB552352C9}"/>
              </a:ext>
            </a:extLst>
          </p:cNvPr>
          <p:cNvSpPr/>
          <p:nvPr/>
        </p:nvSpPr>
        <p:spPr>
          <a:xfrm>
            <a:off x="2834640" y="1764792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Lease end date and terms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D4D41E-5501-1580-332E-DE889846991E}"/>
              </a:ext>
            </a:extLst>
          </p:cNvPr>
          <p:cNvSpPr/>
          <p:nvPr/>
        </p:nvSpPr>
        <p:spPr>
          <a:xfrm>
            <a:off x="4325112" y="1764792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Fees, payments, replacement order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213932-6E02-5487-271E-3FE17222BCB1}"/>
              </a:ext>
            </a:extLst>
          </p:cNvPr>
          <p:cNvSpPr/>
          <p:nvPr/>
        </p:nvSpPr>
        <p:spPr>
          <a:xfrm>
            <a:off x="5815584" y="176479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77E3AB-C1AF-7914-986D-50393BBD04B3}"/>
              </a:ext>
            </a:extLst>
          </p:cNvPr>
          <p:cNvSpPr/>
          <p:nvPr/>
        </p:nvSpPr>
        <p:spPr>
          <a:xfrm>
            <a:off x="7306056" y="176479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CB7885-6A6A-F29D-556E-DB9D41E46828}"/>
              </a:ext>
            </a:extLst>
          </p:cNvPr>
          <p:cNvSpPr/>
          <p:nvPr/>
        </p:nvSpPr>
        <p:spPr>
          <a:xfrm>
            <a:off x="8796528" y="176479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1E4744-8CAD-FCA0-FEA9-1479955420BA}"/>
              </a:ext>
            </a:extLst>
          </p:cNvPr>
          <p:cNvSpPr/>
          <p:nvPr/>
        </p:nvSpPr>
        <p:spPr>
          <a:xfrm>
            <a:off x="10287000" y="176479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F89291-4029-A4FA-32C1-D4FE4BB427F7}"/>
              </a:ext>
            </a:extLst>
          </p:cNvPr>
          <p:cNvSpPr/>
          <p:nvPr/>
        </p:nvSpPr>
        <p:spPr>
          <a:xfrm>
            <a:off x="623888" y="1979676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ERP finance, fixed assets (SAP, Oracle)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F8C8AB-7CF7-7358-8CA4-B72A46DD7F27}"/>
              </a:ext>
            </a:extLst>
          </p:cNvPr>
          <p:cNvSpPr/>
          <p:nvPr/>
        </p:nvSpPr>
        <p:spPr>
          <a:xfrm>
            <a:off x="2834640" y="199796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70792B1-2B43-BDE9-AA5F-4704873EDA10}"/>
              </a:ext>
            </a:extLst>
          </p:cNvPr>
          <p:cNvSpPr/>
          <p:nvPr/>
        </p:nvSpPr>
        <p:spPr>
          <a:xfrm>
            <a:off x="4325112" y="1997964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Book value and acquisition date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8455E8-E51D-CDA9-633D-4E3010050DA1}"/>
              </a:ext>
            </a:extLst>
          </p:cNvPr>
          <p:cNvSpPr/>
          <p:nvPr/>
        </p:nvSpPr>
        <p:spPr>
          <a:xfrm>
            <a:off x="5815584" y="199796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48FA50A-A7EC-8766-6467-B0A95CF883BD}"/>
              </a:ext>
            </a:extLst>
          </p:cNvPr>
          <p:cNvSpPr/>
          <p:nvPr/>
        </p:nvSpPr>
        <p:spPr>
          <a:xfrm>
            <a:off x="7306056" y="199796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6CEE841-BE4E-0BAA-16A4-96C22A6730EC}"/>
              </a:ext>
            </a:extLst>
          </p:cNvPr>
          <p:cNvSpPr/>
          <p:nvPr/>
        </p:nvSpPr>
        <p:spPr>
          <a:xfrm>
            <a:off x="8796528" y="199796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FB94479-0E3B-FA0E-4325-8D9572564B59}"/>
              </a:ext>
            </a:extLst>
          </p:cNvPr>
          <p:cNvSpPr/>
          <p:nvPr/>
        </p:nvSpPr>
        <p:spPr>
          <a:xfrm>
            <a:off x="10287000" y="199796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8A98248-6227-26F2-8F6F-DB6E5012AC8A}"/>
              </a:ext>
            </a:extLst>
          </p:cNvPr>
          <p:cNvSpPr/>
          <p:nvPr/>
        </p:nvSpPr>
        <p:spPr>
          <a:xfrm>
            <a:off x="623888" y="2212848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EAM asset register (IBM Maximo, SAP EAM, IFS)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A06BA94-D674-85DD-3222-9CCF97253202}"/>
              </a:ext>
            </a:extLst>
          </p:cNvPr>
          <p:cNvSpPr/>
          <p:nvPr/>
        </p:nvSpPr>
        <p:spPr>
          <a:xfrm>
            <a:off x="2834640" y="223113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16B3735-674B-9706-E8D8-9F6B6D2FF6E0}"/>
              </a:ext>
            </a:extLst>
          </p:cNvPr>
          <p:cNvSpPr/>
          <p:nvPr/>
        </p:nvSpPr>
        <p:spPr>
          <a:xfrm>
            <a:off x="4325112" y="223113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502AAD6-31E6-48B3-C8F2-E2C02C337AA4}"/>
              </a:ext>
            </a:extLst>
          </p:cNvPr>
          <p:cNvSpPr/>
          <p:nvPr/>
        </p:nvSpPr>
        <p:spPr>
          <a:xfrm>
            <a:off x="5815584" y="223113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8BFDB1-B6DB-DEB1-E57C-0E6597C6979E}"/>
              </a:ext>
            </a:extLst>
          </p:cNvPr>
          <p:cNvSpPr/>
          <p:nvPr/>
        </p:nvSpPr>
        <p:spPr>
          <a:xfrm>
            <a:off x="7306056" y="223113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4D4AD9-59F1-58A1-1E70-4AB0C1EBBE14}"/>
              </a:ext>
            </a:extLst>
          </p:cNvPr>
          <p:cNvSpPr/>
          <p:nvPr/>
        </p:nvSpPr>
        <p:spPr>
          <a:xfrm>
            <a:off x="8796528" y="223113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6B90DDA-486A-CD47-C63F-15EE57DB0ED9}"/>
              </a:ext>
            </a:extLst>
          </p:cNvPr>
          <p:cNvSpPr/>
          <p:nvPr/>
        </p:nvSpPr>
        <p:spPr>
          <a:xfrm>
            <a:off x="10287000" y="2231136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Loan pool 6 units short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7FD782C-3F4F-F82B-971C-C6249CF21C0B}"/>
              </a:ext>
            </a:extLst>
          </p:cNvPr>
          <p:cNvSpPr/>
          <p:nvPr/>
        </p:nvSpPr>
        <p:spPr>
          <a:xfrm>
            <a:off x="623888" y="2446020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TMS and 3PL (Oracle OTM, Blue Yonder, carrier portals)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788B1F9-6184-CA19-3E0D-51670659B1D0}"/>
              </a:ext>
            </a:extLst>
          </p:cNvPr>
          <p:cNvSpPr/>
          <p:nvPr/>
        </p:nvSpPr>
        <p:spPr>
          <a:xfrm>
            <a:off x="2834640" y="246430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4C38ADB-066B-2666-8A4A-CC0DB7B8D2C9}"/>
              </a:ext>
            </a:extLst>
          </p:cNvPr>
          <p:cNvSpPr/>
          <p:nvPr/>
        </p:nvSpPr>
        <p:spPr>
          <a:xfrm>
            <a:off x="4325112" y="246430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0CD8038-50F1-6B2C-4392-4B7DFEB14E92}"/>
              </a:ext>
            </a:extLst>
          </p:cNvPr>
          <p:cNvSpPr/>
          <p:nvPr/>
        </p:nvSpPr>
        <p:spPr>
          <a:xfrm>
            <a:off x="5815584" y="2464308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Pickup date, ETA and freight cost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DEE3A97-4C0D-0FE4-B27C-4CD3C942F00A}"/>
              </a:ext>
            </a:extLst>
          </p:cNvPr>
          <p:cNvSpPr/>
          <p:nvPr/>
        </p:nvSpPr>
        <p:spPr>
          <a:xfrm>
            <a:off x="7306056" y="246430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2F9A674-5067-443F-032A-143D25C7EB96}"/>
              </a:ext>
            </a:extLst>
          </p:cNvPr>
          <p:cNvSpPr/>
          <p:nvPr/>
        </p:nvSpPr>
        <p:spPr>
          <a:xfrm>
            <a:off x="8796528" y="246430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9A019F5-13F6-CEBD-6168-2A46CA8DA831}"/>
              </a:ext>
            </a:extLst>
          </p:cNvPr>
          <p:cNvSpPr/>
          <p:nvPr/>
        </p:nvSpPr>
        <p:spPr>
          <a:xfrm>
            <a:off x="10287000" y="246430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685D90-5F15-D72D-F6FE-A129BDD951C7}"/>
              </a:ext>
            </a:extLst>
          </p:cNvPr>
          <p:cNvSpPr/>
          <p:nvPr/>
        </p:nvSpPr>
        <p:spPr>
          <a:xfrm>
            <a:off x="623888" y="2679192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WMS (Manhattan, SAP EWM, Blue Yonder)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0092680-B71B-7A02-6DB1-D663608F8606}"/>
              </a:ext>
            </a:extLst>
          </p:cNvPr>
          <p:cNvSpPr/>
          <p:nvPr/>
        </p:nvSpPr>
        <p:spPr>
          <a:xfrm>
            <a:off x="2834640" y="2697480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13BFE1-0401-5AA0-DA56-BCA2E0514FD5}"/>
              </a:ext>
            </a:extLst>
          </p:cNvPr>
          <p:cNvSpPr/>
          <p:nvPr/>
        </p:nvSpPr>
        <p:spPr>
          <a:xfrm>
            <a:off x="4325112" y="2697480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0F9EB86-4931-DAE3-A73C-616053CDCC07}"/>
              </a:ext>
            </a:extLst>
          </p:cNvPr>
          <p:cNvSpPr/>
          <p:nvPr/>
        </p:nvSpPr>
        <p:spPr>
          <a:xfrm>
            <a:off x="5815584" y="2697480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6CF1D2A-ECF7-12A0-FD35-55913F9FD934}"/>
              </a:ext>
            </a:extLst>
          </p:cNvPr>
          <p:cNvSpPr/>
          <p:nvPr/>
        </p:nvSpPr>
        <p:spPr>
          <a:xfrm>
            <a:off x="7306056" y="2697480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Goods receipt and stock on hand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9B818F6-1E6F-F0FF-F231-92B60397635F}"/>
              </a:ext>
            </a:extLst>
          </p:cNvPr>
          <p:cNvSpPr/>
          <p:nvPr/>
        </p:nvSpPr>
        <p:spPr>
          <a:xfrm>
            <a:off x="8796528" y="2697480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8C10085-7B71-FCFC-A83D-24B7D77AB0F1}"/>
              </a:ext>
            </a:extLst>
          </p:cNvPr>
          <p:cNvSpPr/>
          <p:nvPr/>
        </p:nvSpPr>
        <p:spPr>
          <a:xfrm>
            <a:off x="10287000" y="2697480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1D1EE3D-E566-C108-92D4-FFC76E2AEAD6}"/>
              </a:ext>
            </a:extLst>
          </p:cNvPr>
          <p:cNvSpPr/>
          <p:nvPr/>
        </p:nvSpPr>
        <p:spPr>
          <a:xfrm>
            <a:off x="623888" y="2912364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Repair order management (SAP S/4HANA Service, Oracle Depot Repair, IFS Cloud)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AE19063-83EA-F8BF-62DF-1F728E4A5390}"/>
              </a:ext>
            </a:extLst>
          </p:cNvPr>
          <p:cNvSpPr/>
          <p:nvPr/>
        </p:nvSpPr>
        <p:spPr>
          <a:xfrm>
            <a:off x="2834640" y="293065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50B7B2F-DE2E-5F41-DB27-B11402DF9F73}"/>
              </a:ext>
            </a:extLst>
          </p:cNvPr>
          <p:cNvSpPr/>
          <p:nvPr/>
        </p:nvSpPr>
        <p:spPr>
          <a:xfrm>
            <a:off x="4325112" y="293065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3C167E2-8BCD-9297-E366-64329E5AB2C2}"/>
              </a:ext>
            </a:extLst>
          </p:cNvPr>
          <p:cNvSpPr/>
          <p:nvPr/>
        </p:nvSpPr>
        <p:spPr>
          <a:xfrm>
            <a:off x="5815584" y="293065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4562403-E6B8-BDD9-3D2E-947D323E7689}"/>
              </a:ext>
            </a:extLst>
          </p:cNvPr>
          <p:cNvSpPr/>
          <p:nvPr/>
        </p:nvSpPr>
        <p:spPr>
          <a:xfrm>
            <a:off x="7306056" y="293065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53C0532-183F-79EF-5EB9-DC21B1FCB24C}"/>
              </a:ext>
            </a:extLst>
          </p:cNvPr>
          <p:cNvSpPr/>
          <p:nvPr/>
        </p:nvSpPr>
        <p:spPr>
          <a:xfrm>
            <a:off x="8796528" y="2930652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No fault; refurbish estimate $140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A86890F-EEC1-2887-886B-D530A2742789}"/>
              </a:ext>
            </a:extLst>
          </p:cNvPr>
          <p:cNvSpPr/>
          <p:nvPr/>
        </p:nvSpPr>
        <p:spPr>
          <a:xfrm>
            <a:off x="10287000" y="293065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975F45E-D86C-EEB7-3806-1BA5271DAF99}"/>
              </a:ext>
            </a:extLst>
          </p:cNvPr>
          <p:cNvSpPr/>
          <p:nvPr/>
        </p:nvSpPr>
        <p:spPr>
          <a:xfrm>
            <a:off x="623888" y="3145536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Inspection and test results (SAP QM, ETQ, test bench or diagnostic software)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2F25F8F-00B0-1811-4D35-02D5AB5A50A7}"/>
              </a:ext>
            </a:extLst>
          </p:cNvPr>
          <p:cNvSpPr/>
          <p:nvPr/>
        </p:nvSpPr>
        <p:spPr>
          <a:xfrm>
            <a:off x="2834640" y="316382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1FEBD4B-16F8-C1CE-895E-7320198700D5}"/>
              </a:ext>
            </a:extLst>
          </p:cNvPr>
          <p:cNvSpPr/>
          <p:nvPr/>
        </p:nvSpPr>
        <p:spPr>
          <a:xfrm>
            <a:off x="4325112" y="316382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E528960-9AEC-42E4-BCFC-081A864EFD90}"/>
              </a:ext>
            </a:extLst>
          </p:cNvPr>
          <p:cNvSpPr/>
          <p:nvPr/>
        </p:nvSpPr>
        <p:spPr>
          <a:xfrm>
            <a:off x="5815584" y="316382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75AF3D3-4845-294C-C757-49E94714C1EF}"/>
              </a:ext>
            </a:extLst>
          </p:cNvPr>
          <p:cNvSpPr/>
          <p:nvPr/>
        </p:nvSpPr>
        <p:spPr>
          <a:xfrm>
            <a:off x="7306056" y="316382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F1F54C7-08FD-4A77-EFBE-E7F60583BF1F}"/>
              </a:ext>
            </a:extLst>
          </p:cNvPr>
          <p:cNvSpPr/>
          <p:nvPr/>
        </p:nvSpPr>
        <p:spPr>
          <a:xfrm>
            <a:off x="8796528" y="3163824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Grade B: gearbox worn, motor OK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E62B819-67B4-AE4D-EFDF-75A4E5F8727A}"/>
              </a:ext>
            </a:extLst>
          </p:cNvPr>
          <p:cNvSpPr/>
          <p:nvPr/>
        </p:nvSpPr>
        <p:spPr>
          <a:xfrm>
            <a:off x="10287000" y="3163824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4339E65-3D56-5650-28A3-7F7C28923E1D}"/>
              </a:ext>
            </a:extLst>
          </p:cNvPr>
          <p:cNvSpPr/>
          <p:nvPr/>
        </p:nvSpPr>
        <p:spPr>
          <a:xfrm>
            <a:off x="623888" y="3378708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ERP procurement and inventory (SAP MM, Oracle)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7DFC23D-C80F-F18D-9C51-68FAEEE61C70}"/>
              </a:ext>
            </a:extLst>
          </p:cNvPr>
          <p:cNvSpPr/>
          <p:nvPr/>
        </p:nvSpPr>
        <p:spPr>
          <a:xfrm>
            <a:off x="2834640" y="339699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C06BAB5-BACA-9898-F62E-F38A4BF31059}"/>
              </a:ext>
            </a:extLst>
          </p:cNvPr>
          <p:cNvSpPr/>
          <p:nvPr/>
        </p:nvSpPr>
        <p:spPr>
          <a:xfrm>
            <a:off x="4325112" y="339699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16A33C5-1CE5-5F2F-99BF-FEAD2C605FF3}"/>
              </a:ext>
            </a:extLst>
          </p:cNvPr>
          <p:cNvSpPr/>
          <p:nvPr/>
        </p:nvSpPr>
        <p:spPr>
          <a:xfrm>
            <a:off x="5815584" y="339699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4282EB1-A950-9F72-BF15-FF21E0CEB8D3}"/>
              </a:ext>
            </a:extLst>
          </p:cNvPr>
          <p:cNvSpPr/>
          <p:nvPr/>
        </p:nvSpPr>
        <p:spPr>
          <a:xfrm>
            <a:off x="7306056" y="339699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1A99A0F-72EF-4776-B11A-67395BCC8C0B}"/>
              </a:ext>
            </a:extLst>
          </p:cNvPr>
          <p:cNvSpPr/>
          <p:nvPr/>
        </p:nvSpPr>
        <p:spPr>
          <a:xfrm>
            <a:off x="8796528" y="3396996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B65C8AF-4FFB-939A-5A18-79E14A4846F9}"/>
              </a:ext>
            </a:extLst>
          </p:cNvPr>
          <p:cNvSpPr/>
          <p:nvPr/>
        </p:nvSpPr>
        <p:spPr>
          <a:xfrm>
            <a:off x="10287000" y="3396996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6 new units requested; motor late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C6B0B40-1A8F-277B-25C0-5A3C8838C95C}"/>
              </a:ext>
            </a:extLst>
          </p:cNvPr>
          <p:cNvSpPr/>
          <p:nvPr/>
        </p:nvSpPr>
        <p:spPr>
          <a:xfrm>
            <a:off x="623888" y="3611880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Service parts and supply planning (PTC Servigistics, Syncron, Kinaxis, SAP IBP)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68B3E541-CDD2-3A95-2DF5-2687284D3474}"/>
              </a:ext>
            </a:extLst>
          </p:cNvPr>
          <p:cNvSpPr/>
          <p:nvPr/>
        </p:nvSpPr>
        <p:spPr>
          <a:xfrm>
            <a:off x="2834640" y="363016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9851101-5256-1F52-E62E-5F56FB410179}"/>
              </a:ext>
            </a:extLst>
          </p:cNvPr>
          <p:cNvSpPr/>
          <p:nvPr/>
        </p:nvSpPr>
        <p:spPr>
          <a:xfrm>
            <a:off x="4325112" y="363016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C5F81B9-374D-37DB-9155-9EBD30E0F88F}"/>
              </a:ext>
            </a:extLst>
          </p:cNvPr>
          <p:cNvSpPr/>
          <p:nvPr/>
        </p:nvSpPr>
        <p:spPr>
          <a:xfrm>
            <a:off x="5815584" y="363016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A9658AF-BCFE-658B-4ED9-9214AED225B6}"/>
              </a:ext>
            </a:extLst>
          </p:cNvPr>
          <p:cNvSpPr/>
          <p:nvPr/>
        </p:nvSpPr>
        <p:spPr>
          <a:xfrm>
            <a:off x="7306056" y="363016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FB446DB-94F7-64AF-27B2-7A527B059E37}"/>
              </a:ext>
            </a:extLst>
          </p:cNvPr>
          <p:cNvSpPr/>
          <p:nvPr/>
        </p:nvSpPr>
        <p:spPr>
          <a:xfrm>
            <a:off x="8796528" y="3630168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42C011C-1343-8DBB-9195-7953E797C8B7}"/>
              </a:ext>
            </a:extLst>
          </p:cNvPr>
          <p:cNvSpPr/>
          <p:nvPr/>
        </p:nvSpPr>
        <p:spPr>
          <a:xfrm>
            <a:off x="10287000" y="3630168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Spare-part forecast and shortages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794C1C6-7526-8136-00E1-341D0C67B764}"/>
              </a:ext>
            </a:extLst>
          </p:cNvPr>
          <p:cNvSpPr/>
          <p:nvPr/>
        </p:nvSpPr>
        <p:spPr>
          <a:xfrm>
            <a:off x="623888" y="3845051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>
                <a:solidFill>
                  <a:srgbClr val="1E2A33"/>
                </a:solidFill>
                <a:latin typeface="+mj-lt"/>
              </a:rPr>
              <a:t>PLM (Siemens Teamcenter, PTC Windchill, SAP PLM)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E568419-6C48-2740-FBE5-65C0174144CD}"/>
              </a:ext>
            </a:extLst>
          </p:cNvPr>
          <p:cNvSpPr/>
          <p:nvPr/>
        </p:nvSpPr>
        <p:spPr>
          <a:xfrm>
            <a:off x="2834640" y="386333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DADB3C7-109E-F3A8-CF16-E1A6D35C946A}"/>
              </a:ext>
            </a:extLst>
          </p:cNvPr>
          <p:cNvSpPr/>
          <p:nvPr/>
        </p:nvSpPr>
        <p:spPr>
          <a:xfrm>
            <a:off x="4325112" y="386333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36E5A71-3623-D284-4F60-352685DCA933}"/>
              </a:ext>
            </a:extLst>
          </p:cNvPr>
          <p:cNvSpPr/>
          <p:nvPr/>
        </p:nvSpPr>
        <p:spPr>
          <a:xfrm>
            <a:off x="5815584" y="386333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35FE227-810B-F03A-5069-B3CF82B9B19A}"/>
              </a:ext>
            </a:extLst>
          </p:cNvPr>
          <p:cNvSpPr/>
          <p:nvPr/>
        </p:nvSpPr>
        <p:spPr>
          <a:xfrm>
            <a:off x="7306056" y="3863339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A127D89-5A53-AD70-7438-79726FFEC655}"/>
              </a:ext>
            </a:extLst>
          </p:cNvPr>
          <p:cNvSpPr/>
          <p:nvPr/>
        </p:nvSpPr>
        <p:spPr>
          <a:xfrm>
            <a:off x="8796528" y="3863339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Part list and test criteria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02D9784-7368-3891-A42C-0B388053794A}"/>
              </a:ext>
            </a:extLst>
          </p:cNvPr>
          <p:cNvSpPr/>
          <p:nvPr/>
        </p:nvSpPr>
        <p:spPr>
          <a:xfrm>
            <a:off x="10287000" y="3863339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Model status, shared parts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DAF52B8-5A48-2D25-0A85-D0C2C5A08349}"/>
              </a:ext>
            </a:extLst>
          </p:cNvPr>
          <p:cNvSpPr/>
          <p:nvPr/>
        </p:nvSpPr>
        <p:spPr>
          <a:xfrm>
            <a:off x="623888" y="4078224"/>
            <a:ext cx="2165032" cy="2331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720" b="1" dirty="0">
                <a:solidFill>
                  <a:srgbClr val="1E2A33"/>
                </a:solidFill>
                <a:latin typeface="+mj-lt"/>
              </a:rPr>
              <a:t>Remarketing, recyclers and commodity prices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5FFD252-B98F-F80C-C494-72C2F6BBCD21}"/>
              </a:ext>
            </a:extLst>
          </p:cNvPr>
          <p:cNvSpPr/>
          <p:nvPr/>
        </p:nvSpPr>
        <p:spPr>
          <a:xfrm>
            <a:off x="2834640" y="409651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0800319-4B2C-4C84-A73A-024D99F226D6}"/>
              </a:ext>
            </a:extLst>
          </p:cNvPr>
          <p:cNvSpPr/>
          <p:nvPr/>
        </p:nvSpPr>
        <p:spPr>
          <a:xfrm>
            <a:off x="4325112" y="409651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55FBDB3-8971-86EA-A1EB-557A0E680B63}"/>
              </a:ext>
            </a:extLst>
          </p:cNvPr>
          <p:cNvSpPr/>
          <p:nvPr/>
        </p:nvSpPr>
        <p:spPr>
          <a:xfrm>
            <a:off x="5815584" y="409651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4203F8D-0D41-F80C-2C89-1E03BDF95A90}"/>
              </a:ext>
            </a:extLst>
          </p:cNvPr>
          <p:cNvSpPr/>
          <p:nvPr/>
        </p:nvSpPr>
        <p:spPr>
          <a:xfrm>
            <a:off x="7306056" y="409651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284B0DA-CFD6-B569-BBAC-A81A101CD34B}"/>
              </a:ext>
            </a:extLst>
          </p:cNvPr>
          <p:cNvSpPr/>
          <p:nvPr/>
        </p:nvSpPr>
        <p:spPr>
          <a:xfrm>
            <a:off x="8796528" y="4096512"/>
            <a:ext cx="1463040" cy="214884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8880FDB-E537-C4A5-7405-D4A6162AC9EB}"/>
              </a:ext>
            </a:extLst>
          </p:cNvPr>
          <p:cNvSpPr/>
          <p:nvPr/>
        </p:nvSpPr>
        <p:spPr>
          <a:xfrm>
            <a:off x="10287000" y="4096512"/>
            <a:ext cx="1463040" cy="214884"/>
          </a:xfrm>
          <a:prstGeom prst="rect">
            <a:avLst/>
          </a:prstGeom>
          <a:solidFill>
            <a:srgbClr val="DCEDE8"/>
          </a:solidFill>
          <a:ln w="9525">
            <a:solidFill>
              <a:srgbClr val="0F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Buyer, metal and recycling prices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D2D5B26-0077-670E-A526-9D3559404AC6}"/>
              </a:ext>
            </a:extLst>
          </p:cNvPr>
          <p:cNvSpPr/>
          <p:nvPr/>
        </p:nvSpPr>
        <p:spPr>
          <a:xfrm>
            <a:off x="623888" y="4324431"/>
            <a:ext cx="2165032" cy="416733"/>
          </a:xfrm>
          <a:prstGeom prst="rect">
            <a:avLst/>
          </a:prstGeom>
          <a:solidFill>
            <a:srgbClr val="C86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r>
              <a:rPr sz="1000" b="1">
                <a:solidFill>
                  <a:srgbClr val="FFFFFF"/>
                </a:solidFill>
                <a:latin typeface="+mj-lt"/>
              </a:rPr>
              <a:t>CIRCULARITY decides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EB1EF26-4F8B-5E0F-DFFE-2B67FC08C5FE}"/>
              </a:ext>
            </a:extLst>
          </p:cNvPr>
          <p:cNvSpPr/>
          <p:nvPr/>
        </p:nvSpPr>
        <p:spPr>
          <a:xfrm>
            <a:off x="2834640" y="4357116"/>
            <a:ext cx="1463040" cy="384048"/>
          </a:xfrm>
          <a:prstGeom prst="rect">
            <a:avLst/>
          </a:prstGeom>
          <a:solidFill>
            <a:srgbClr val="F8E3D3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40" b="0">
                <a:solidFill>
                  <a:srgbClr val="1E2A33"/>
                </a:solidFill>
                <a:latin typeface="+mj-lt"/>
              </a:rPr>
              <a:t>Opens a case and starts preparing the decision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775774B-33C4-1E63-2DDE-F657B94BD16B}"/>
              </a:ext>
            </a:extLst>
          </p:cNvPr>
          <p:cNvSpPr/>
          <p:nvPr/>
        </p:nvSpPr>
        <p:spPr>
          <a:xfrm>
            <a:off x="4325112" y="4357116"/>
            <a:ext cx="1463040" cy="384048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00729EE-34B4-D3A6-963B-3700E89D6F2C}"/>
              </a:ext>
            </a:extLst>
          </p:cNvPr>
          <p:cNvSpPr/>
          <p:nvPr/>
        </p:nvSpPr>
        <p:spPr>
          <a:xfrm>
            <a:off x="5815584" y="4357116"/>
            <a:ext cx="1463040" cy="384048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4CA8E3E-C9B7-FA86-B2BA-BAB13765A5D7}"/>
              </a:ext>
            </a:extLst>
          </p:cNvPr>
          <p:cNvSpPr/>
          <p:nvPr/>
        </p:nvSpPr>
        <p:spPr>
          <a:xfrm>
            <a:off x="7306056" y="4357116"/>
            <a:ext cx="1463040" cy="384048"/>
          </a:xfrm>
          <a:prstGeom prst="rect">
            <a:avLst/>
          </a:prstGeom>
          <a:solidFill>
            <a:srgbClr val="F8E3D3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40" b="0">
                <a:solidFill>
                  <a:srgbClr val="1E2A33"/>
                </a:solidFill>
                <a:latin typeface="+mj-lt"/>
              </a:rPr>
              <a:t>Starts the clock on holding cost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2741339-9F71-93BC-A64A-6C0D4005106B}"/>
              </a:ext>
            </a:extLst>
          </p:cNvPr>
          <p:cNvSpPr/>
          <p:nvPr/>
        </p:nvSpPr>
        <p:spPr>
          <a:xfrm>
            <a:off x="8796528" y="4357116"/>
            <a:ext cx="1463040" cy="384048"/>
          </a:xfrm>
          <a:prstGeom prst="rect">
            <a:avLst/>
          </a:prstGeom>
          <a:solidFill>
            <a:srgbClr val="F7F3EE"/>
          </a:solidFill>
          <a:ln w="9525">
            <a:solidFill>
              <a:srgbClr val="E6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endParaRPr>
              <a:latin typeface="+mj-lt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9B42802-C620-B120-53C7-B770402E90D8}"/>
              </a:ext>
            </a:extLst>
          </p:cNvPr>
          <p:cNvSpPr/>
          <p:nvPr/>
        </p:nvSpPr>
        <p:spPr>
          <a:xfrm>
            <a:off x="10287000" y="4357116"/>
            <a:ext cx="1463040" cy="384048"/>
          </a:xfrm>
          <a:prstGeom prst="rect">
            <a:avLst/>
          </a:prstGeom>
          <a:solidFill>
            <a:srgbClr val="C8662A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r>
              <a:rPr sz="740" b="1">
                <a:solidFill>
                  <a:srgbClr val="FFFFFF"/>
                </a:solidFill>
                <a:latin typeface="+mj-lt"/>
              </a:rPr>
              <a:t>Scores 6 outcomes on total value and recommends the best; planner approves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A2D53DB-85CC-1056-95E8-3D4BAEA0E177}"/>
              </a:ext>
            </a:extLst>
          </p:cNvPr>
          <p:cNvSpPr/>
          <p:nvPr/>
        </p:nvSpPr>
        <p:spPr>
          <a:xfrm>
            <a:off x="10259568" y="1261872"/>
            <a:ext cx="1517904" cy="3515868"/>
          </a:xfrm>
          <a:prstGeom prst="rect">
            <a:avLst/>
          </a:prstGeom>
          <a:noFill/>
          <a:ln w="25400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+mj-lt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12836BE-EADC-340D-8B16-17B34E4BAE83}"/>
              </a:ext>
            </a:extLst>
          </p:cNvPr>
          <p:cNvSpPr/>
          <p:nvPr/>
        </p:nvSpPr>
        <p:spPr>
          <a:xfrm>
            <a:off x="623888" y="4796805"/>
            <a:ext cx="2165032" cy="456422"/>
          </a:xfrm>
          <a:prstGeom prst="rect">
            <a:avLst/>
          </a:prstGeom>
          <a:solidFill>
            <a:srgbClr val="C86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r>
              <a:rPr sz="950" b="1" dirty="0">
                <a:solidFill>
                  <a:srgbClr val="FFFFFF"/>
                </a:solidFill>
                <a:latin typeface="+mj-lt"/>
              </a:rPr>
              <a:t>NEXT BEST ACTION for this asset</a:t>
            </a:r>
            <a:r>
              <a:rPr lang="en-IN" sz="950" b="1">
                <a:solidFill>
                  <a:srgbClr val="FFFFFF"/>
                </a:solidFill>
                <a:latin typeface="+mj-lt"/>
              </a:rPr>
              <a:t>- Sample  </a:t>
            </a:r>
            <a:r>
              <a:rPr lang="en-IN" sz="950" b="1" dirty="0">
                <a:solidFill>
                  <a:srgbClr val="FFFFFF"/>
                </a:solidFill>
                <a:latin typeface="+mj-lt"/>
              </a:rPr>
              <a:t>values</a:t>
            </a:r>
            <a:endParaRPr sz="950" b="1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4E3EA3E-4E4F-1E6C-6304-A79C5CFD2FC1}"/>
              </a:ext>
            </a:extLst>
          </p:cNvPr>
          <p:cNvSpPr/>
          <p:nvPr/>
        </p:nvSpPr>
        <p:spPr>
          <a:xfrm>
            <a:off x="2834640" y="4832603"/>
            <a:ext cx="89428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r>
              <a:rPr sz="850" b="1" dirty="0">
                <a:solidFill>
                  <a:srgbClr val="1E2A33"/>
                </a:solidFill>
                <a:latin typeface="+mj-lt"/>
              </a:rPr>
              <a:t>REDEPLOY</a:t>
            </a:r>
            <a:r>
              <a:rPr lang="en-IN" sz="850" b="1" dirty="0">
                <a:solidFill>
                  <a:srgbClr val="1E2A33"/>
                </a:solidFill>
                <a:latin typeface="+mj-lt"/>
              </a:rPr>
              <a:t>- R</a:t>
            </a:r>
            <a:r>
              <a:rPr sz="850" b="1" dirty="0" err="1">
                <a:solidFill>
                  <a:srgbClr val="1E2A33"/>
                </a:solidFill>
                <a:latin typeface="+mj-lt"/>
              </a:rPr>
              <a:t>efurbish</a:t>
            </a:r>
            <a:r>
              <a:rPr sz="850" b="1" dirty="0">
                <a:solidFill>
                  <a:srgbClr val="1E2A33"/>
                </a:solidFill>
                <a:latin typeface="+mj-lt"/>
              </a:rPr>
              <a:t> the gearbox and assign the asset to the internal loan pool</a:t>
            </a:r>
            <a:r>
              <a:rPr lang="en-IN" sz="850" b="1" dirty="0">
                <a:solidFill>
                  <a:srgbClr val="1E2A33"/>
                </a:solidFill>
                <a:latin typeface="+mj-lt"/>
              </a:rPr>
              <a:t> | </a:t>
            </a:r>
            <a:r>
              <a:rPr sz="850" b="1" dirty="0">
                <a:solidFill>
                  <a:srgbClr val="1E2A33"/>
                </a:solidFill>
                <a:latin typeface="+mj-lt"/>
              </a:rPr>
              <a:t>Net value $735 (82% confidence) vs. refurbish to fleet stock $400, harvest parts $170, exit $2; reuse as-is and resell not eligible</a:t>
            </a:r>
            <a:r>
              <a:rPr lang="en-IN" sz="850" b="1" dirty="0">
                <a:solidFill>
                  <a:srgbClr val="1E2A33"/>
                </a:solidFill>
                <a:latin typeface="+mj-lt"/>
              </a:rPr>
              <a:t> | </a:t>
            </a:r>
            <a:r>
              <a:rPr sz="850" b="1" dirty="0">
                <a:solidFill>
                  <a:srgbClr val="1E2A33"/>
                </a:solidFill>
                <a:latin typeface="+mj-lt"/>
              </a:rPr>
              <a:t>Reason: loan pool 6 units short with an open purchase request, so one new $900 purchase is avoided.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78710593-6295-D703-8247-603D7B4C0DFF}"/>
              </a:ext>
            </a:extLst>
          </p:cNvPr>
          <p:cNvSpPr/>
          <p:nvPr/>
        </p:nvSpPr>
        <p:spPr>
          <a:xfrm>
            <a:off x="623888" y="5301087"/>
            <a:ext cx="2165032" cy="555644"/>
          </a:xfrm>
          <a:prstGeom prst="rect">
            <a:avLst/>
          </a:prstGeom>
          <a:solidFill>
            <a:srgbClr val="3E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r>
              <a:rPr sz="950" b="1">
                <a:solidFill>
                  <a:srgbClr val="FFFFFF"/>
                </a:solidFill>
                <a:latin typeface="+mj-lt"/>
              </a:rPr>
              <a:t>Enterprise applications carry out the decision, in sequence</a:t>
            </a:r>
          </a:p>
        </p:txBody>
      </p:sp>
      <p:sp>
        <p:nvSpPr>
          <p:cNvPr id="222" name="Pentagon 114">
            <a:extLst>
              <a:ext uri="{FF2B5EF4-FFF2-40B4-BE49-F238E27FC236}">
                <a16:creationId xmlns:a16="http://schemas.microsoft.com/office/drawing/2014/main" id="{7BDFC772-3697-BB80-74EE-1D95E5709D6A}"/>
              </a:ext>
            </a:extLst>
          </p:cNvPr>
          <p:cNvSpPr/>
          <p:nvPr/>
        </p:nvSpPr>
        <p:spPr>
          <a:xfrm>
            <a:off x="2834640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lang="en-IN" sz="700" b="0" dirty="0">
                <a:solidFill>
                  <a:srgbClr val="1E2A33"/>
                </a:solidFill>
                <a:latin typeface="+mj-lt"/>
              </a:rPr>
              <a:t>1  </a:t>
            </a:r>
            <a:r>
              <a:rPr sz="700" b="0" dirty="0">
                <a:solidFill>
                  <a:srgbClr val="1E2A33"/>
                </a:solidFill>
                <a:latin typeface="+mj-lt"/>
              </a:rPr>
              <a:t>Repair order management raises the refurbish order: replace gearbox, service</a:t>
            </a:r>
          </a:p>
        </p:txBody>
      </p:sp>
      <p:sp>
        <p:nvSpPr>
          <p:cNvPr id="224" name="Pentagon 115">
            <a:extLst>
              <a:ext uri="{FF2B5EF4-FFF2-40B4-BE49-F238E27FC236}">
                <a16:creationId xmlns:a16="http://schemas.microsoft.com/office/drawing/2014/main" id="{5B5CF6C1-B20D-2163-F672-979006E2FEA9}"/>
              </a:ext>
            </a:extLst>
          </p:cNvPr>
          <p:cNvSpPr/>
          <p:nvPr/>
        </p:nvSpPr>
        <p:spPr>
          <a:xfrm>
            <a:off x="4112187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2  Inspection and test retests the asset and confirms grade A</a:t>
            </a:r>
          </a:p>
        </p:txBody>
      </p:sp>
      <p:sp>
        <p:nvSpPr>
          <p:cNvPr id="226" name="Pentagon 116">
            <a:extLst>
              <a:ext uri="{FF2B5EF4-FFF2-40B4-BE49-F238E27FC236}">
                <a16:creationId xmlns:a16="http://schemas.microsoft.com/office/drawing/2014/main" id="{FB00C732-DBFD-3B65-C6B7-8A36433DF8D9}"/>
              </a:ext>
            </a:extLst>
          </p:cNvPr>
          <p:cNvSpPr/>
          <p:nvPr/>
        </p:nvSpPr>
        <p:spPr>
          <a:xfrm>
            <a:off x="5389734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3  ERP procurement cuts the purchase request from 6 new units to 5</a:t>
            </a:r>
          </a:p>
        </p:txBody>
      </p:sp>
      <p:sp>
        <p:nvSpPr>
          <p:cNvPr id="228" name="Pentagon 117">
            <a:extLst>
              <a:ext uri="{FF2B5EF4-FFF2-40B4-BE49-F238E27FC236}">
                <a16:creationId xmlns:a16="http://schemas.microsoft.com/office/drawing/2014/main" id="{2D320AE3-9C21-063B-F82C-346D0AD31A3E}"/>
              </a:ext>
            </a:extLst>
          </p:cNvPr>
          <p:cNvSpPr/>
          <p:nvPr/>
        </p:nvSpPr>
        <p:spPr>
          <a:xfrm>
            <a:off x="6667282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4  WMS puts the asset away to the loan-pool location</a:t>
            </a:r>
          </a:p>
        </p:txBody>
      </p:sp>
      <p:sp>
        <p:nvSpPr>
          <p:cNvPr id="230" name="Pentagon 118">
            <a:extLst>
              <a:ext uri="{FF2B5EF4-FFF2-40B4-BE49-F238E27FC236}">
                <a16:creationId xmlns:a16="http://schemas.microsoft.com/office/drawing/2014/main" id="{59B48A9A-0153-C5B6-BA61-A1A888EA1D9D}"/>
              </a:ext>
            </a:extLst>
          </p:cNvPr>
          <p:cNvSpPr/>
          <p:nvPr/>
        </p:nvSpPr>
        <p:spPr>
          <a:xfrm>
            <a:off x="7944829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5  EAM assigns the asset to the internal loan pool</a:t>
            </a:r>
          </a:p>
        </p:txBody>
      </p:sp>
      <p:sp>
        <p:nvSpPr>
          <p:cNvPr id="232" name="Pentagon 119">
            <a:extLst>
              <a:ext uri="{FF2B5EF4-FFF2-40B4-BE49-F238E27FC236}">
                <a16:creationId xmlns:a16="http://schemas.microsoft.com/office/drawing/2014/main" id="{592D77F8-E4DB-00AD-79C4-0D0C51DBD672}"/>
              </a:ext>
            </a:extLst>
          </p:cNvPr>
          <p:cNvSpPr/>
          <p:nvPr/>
        </p:nvSpPr>
        <p:spPr>
          <a:xfrm>
            <a:off x="9222377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6  ERP finance reclassifies the asset, closes the lease and posts realised value</a:t>
            </a:r>
          </a:p>
        </p:txBody>
      </p:sp>
      <p:sp>
        <p:nvSpPr>
          <p:cNvPr id="234" name="Pentagon 120">
            <a:extLst>
              <a:ext uri="{FF2B5EF4-FFF2-40B4-BE49-F238E27FC236}">
                <a16:creationId xmlns:a16="http://schemas.microsoft.com/office/drawing/2014/main" id="{21B3B5BF-84C1-A815-AC39-31B5DB84963B}"/>
              </a:ext>
            </a:extLst>
          </p:cNvPr>
          <p:cNvSpPr/>
          <p:nvPr/>
        </p:nvSpPr>
        <p:spPr>
          <a:xfrm>
            <a:off x="10499924" y="5344667"/>
            <a:ext cx="1259259" cy="512064"/>
          </a:xfrm>
          <a:prstGeom prst="homePlate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sz="700" b="0">
                <a:solidFill>
                  <a:srgbClr val="1E2A33"/>
                </a:solidFill>
                <a:latin typeface="+mj-lt"/>
              </a:rPr>
              <a:t>7  Sustainability reporting records the outcome and materials kept in use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453044A9-4835-A712-5E27-9175F48EE72D}"/>
              </a:ext>
            </a:extLst>
          </p:cNvPr>
          <p:cNvSpPr/>
          <p:nvPr/>
        </p:nvSpPr>
        <p:spPr>
          <a:xfrm>
            <a:off x="623888" y="5894085"/>
            <a:ext cx="2165032" cy="456422"/>
          </a:xfrm>
          <a:prstGeom prst="rect">
            <a:avLst/>
          </a:prstGeom>
          <a:solidFill>
            <a:srgbClr val="C86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r>
              <a:rPr sz="950" b="1">
                <a:solidFill>
                  <a:srgbClr val="FFFFFF"/>
                </a:solidFill>
                <a:latin typeface="+mj-lt"/>
              </a:rPr>
              <a:t>CIRCULARITY receives the outcome and learns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915B744-1337-19E6-2F63-10104A6BF067}"/>
              </a:ext>
            </a:extLst>
          </p:cNvPr>
          <p:cNvSpPr/>
          <p:nvPr/>
        </p:nvSpPr>
        <p:spPr>
          <a:xfrm>
            <a:off x="2834640" y="5929883"/>
            <a:ext cx="2208276" cy="420624"/>
          </a:xfrm>
          <a:prstGeom prst="rect">
            <a:avLst/>
          </a:prstGeom>
          <a:solidFill>
            <a:srgbClr val="F8E3D3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r>
              <a:rPr sz="800" b="0">
                <a:solidFill>
                  <a:srgbClr val="1E2A33"/>
                </a:solidFill>
                <a:latin typeface="+mj-lt"/>
              </a:rPr>
              <a:t>Receives actual refurbish cost $155 (vs. $140 estimate) and realised value $720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D256253-9EB5-BAD3-A398-91DB6F9BF39F}"/>
              </a:ext>
            </a:extLst>
          </p:cNvPr>
          <p:cNvSpPr/>
          <p:nvPr/>
        </p:nvSpPr>
        <p:spPr>
          <a:xfrm>
            <a:off x="5070348" y="5929883"/>
            <a:ext cx="2208276" cy="420624"/>
          </a:xfrm>
          <a:prstGeom prst="rect">
            <a:avLst/>
          </a:prstGeom>
          <a:solidFill>
            <a:srgbClr val="F8E3D3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r>
              <a:rPr sz="800" b="0">
                <a:solidFill>
                  <a:srgbClr val="1E2A33"/>
                </a:solidFill>
                <a:latin typeface="+mj-lt"/>
              </a:rPr>
              <a:t>Compares realised $720 with the $735 it predicted for this decision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3CD4EE0D-D813-BD2C-A95E-B96A31744305}"/>
              </a:ext>
            </a:extLst>
          </p:cNvPr>
          <p:cNvSpPr/>
          <p:nvPr/>
        </p:nvSpPr>
        <p:spPr>
          <a:xfrm>
            <a:off x="7306056" y="5929883"/>
            <a:ext cx="2208276" cy="420624"/>
          </a:xfrm>
          <a:prstGeom prst="rect">
            <a:avLst/>
          </a:prstGeom>
          <a:solidFill>
            <a:srgbClr val="F8E3D3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r>
              <a:rPr sz="800" b="0">
                <a:solidFill>
                  <a:srgbClr val="1E2A33"/>
                </a:solidFill>
                <a:latin typeface="+mj-lt"/>
              </a:rPr>
              <a:t>Tightens the refurbish cost estimate for this model by the $15 overrun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AED8265-9E95-CCE0-76B1-79B796B20B81}"/>
              </a:ext>
            </a:extLst>
          </p:cNvPr>
          <p:cNvSpPr/>
          <p:nvPr/>
        </p:nvSpPr>
        <p:spPr>
          <a:xfrm>
            <a:off x="9541764" y="5929883"/>
            <a:ext cx="2208276" cy="420624"/>
          </a:xfrm>
          <a:prstGeom prst="rect">
            <a:avLst/>
          </a:prstGeom>
          <a:solidFill>
            <a:srgbClr val="F8E3D3"/>
          </a:solidFill>
          <a:ln w="9525">
            <a:solidFill>
              <a:srgbClr val="C86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/>
          <a:lstStyle/>
          <a:p>
            <a:r>
              <a:rPr sz="800" b="0">
                <a:solidFill>
                  <a:srgbClr val="1E2A33"/>
                </a:solidFill>
                <a:latin typeface="+mj-lt"/>
              </a:rPr>
              <a:t>Carries the open motor backorder forward to the next harvest-grade asset of this model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740AF32-A9BC-36A2-A1DF-67E5E413B8A0}"/>
              </a:ext>
            </a:extLst>
          </p:cNvPr>
          <p:cNvSpPr txBox="1"/>
          <p:nvPr/>
        </p:nvSpPr>
        <p:spPr>
          <a:xfrm>
            <a:off x="517934" y="274189"/>
            <a:ext cx="11050179" cy="42062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/>
            <a:r>
              <a:rPr sz="2400" b="1" dirty="0">
                <a:solidFill>
                  <a:srgbClr val="141C23"/>
                </a:solidFill>
                <a:latin typeface="Arial"/>
              </a:rPr>
              <a:t>One </a:t>
            </a:r>
            <a:r>
              <a:rPr lang="en-IN" sz="2400" b="1" dirty="0">
                <a:solidFill>
                  <a:srgbClr val="141C23"/>
                </a:solidFill>
                <a:latin typeface="Arial"/>
              </a:rPr>
              <a:t>R</a:t>
            </a:r>
            <a:r>
              <a:rPr sz="2400" b="1" dirty="0" err="1">
                <a:solidFill>
                  <a:srgbClr val="141C23"/>
                </a:solidFill>
                <a:latin typeface="Arial"/>
              </a:rPr>
              <a:t>eturned</a:t>
            </a:r>
            <a:r>
              <a:rPr sz="2400" b="1" dirty="0">
                <a:solidFill>
                  <a:srgbClr val="141C23"/>
                </a:solidFill>
                <a:latin typeface="Arial"/>
              </a:rPr>
              <a:t> </a:t>
            </a:r>
            <a:r>
              <a:rPr lang="en-IN" sz="2400" b="1" dirty="0">
                <a:solidFill>
                  <a:srgbClr val="141C23"/>
                </a:solidFill>
                <a:latin typeface="Arial"/>
              </a:rPr>
              <a:t>Asset </a:t>
            </a:r>
            <a:r>
              <a:rPr sz="2400" b="1" dirty="0">
                <a:solidFill>
                  <a:srgbClr val="141C23"/>
                </a:solidFill>
                <a:latin typeface="Arial"/>
              </a:rPr>
              <a:t>: </a:t>
            </a:r>
            <a:r>
              <a:rPr lang="en-IN" sz="2000" b="1" dirty="0">
                <a:solidFill>
                  <a:srgbClr val="141C23"/>
                </a:solidFill>
                <a:latin typeface="Arial"/>
              </a:rPr>
              <a:t>User Journey and Circularity Interventions</a:t>
            </a:r>
            <a:r>
              <a:rPr lang="en-IN" sz="1600" b="1" dirty="0">
                <a:solidFill>
                  <a:srgbClr val="141C23"/>
                </a:solidFill>
                <a:latin typeface="Arial"/>
              </a:rPr>
              <a:t> </a:t>
            </a:r>
            <a:r>
              <a:rPr lang="en-IN" b="1" dirty="0">
                <a:solidFill>
                  <a:srgbClr val="141C23"/>
                </a:solidFill>
                <a:latin typeface="Arial"/>
              </a:rPr>
              <a:t>( Happy Path)</a:t>
            </a:r>
            <a:endParaRPr sz="2400" b="1" dirty="0">
              <a:solidFill>
                <a:srgbClr val="141C23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009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D9DC398-7DE8-CC18-8B47-F375D76B2578}"/>
              </a:ext>
            </a:extLst>
          </p:cNvPr>
          <p:cNvSpPr txBox="1">
            <a:spLocks/>
          </p:cNvSpPr>
          <p:nvPr/>
        </p:nvSpPr>
        <p:spPr>
          <a:xfrm>
            <a:off x="1080719" y="2608086"/>
            <a:ext cx="5985159" cy="1006429"/>
          </a:xfrm>
          <a:prstGeom prst="rect">
            <a:avLst/>
          </a:prstGeom>
        </p:spPr>
        <p:txBody>
          <a:bodyPr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5071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tizent Colors">
      <a:dk1>
        <a:srgbClr val="141414"/>
      </a:dk1>
      <a:lt1>
        <a:srgbClr val="FFFFFF"/>
      </a:lt1>
      <a:dk2>
        <a:srgbClr val="D8CEC3"/>
      </a:dk2>
      <a:lt2>
        <a:srgbClr val="EFE8E0"/>
      </a:lt2>
      <a:accent1>
        <a:srgbClr val="141414"/>
      </a:accent1>
      <a:accent2>
        <a:srgbClr val="2B2B2F"/>
      </a:accent2>
      <a:accent3>
        <a:srgbClr val="FFDD00"/>
      </a:accent3>
      <a:accent4>
        <a:srgbClr val="5E5651"/>
      </a:accent4>
      <a:accent5>
        <a:srgbClr val="7B716D"/>
      </a:accent5>
      <a:accent6>
        <a:srgbClr val="BDAFA3"/>
      </a:accent6>
      <a:hlink>
        <a:srgbClr val="D8CEC3"/>
      </a:hlink>
      <a:folHlink>
        <a:srgbClr val="EFE8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31583</TotalTime>
  <Words>960</Words>
  <Application>Microsoft Office PowerPoint</Application>
  <PresentationFormat>Widescreen</PresentationFormat>
  <Paragraphs>133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 Clearance Price Prediction</dc:title>
  <dc:creator>Kumara Dhanaraj Mathivanan</dc:creator>
  <cp:lastModifiedBy>Dinesh Parameswaran</cp:lastModifiedBy>
  <cp:revision>262</cp:revision>
  <dcterms:created xsi:type="dcterms:W3CDTF">2026-06-10T04:41:52Z</dcterms:created>
  <dcterms:modified xsi:type="dcterms:W3CDTF">2026-10-21T08:53:15Z</dcterms:modified>
</cp:coreProperties>
</file>